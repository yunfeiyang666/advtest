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76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7B762-8A04-4F88-AC4B-857B5F71F1F8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8C1B9-D57A-438C-A2C8-143134702C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0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8C1B9-D57A-438C-A2C8-143134702C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778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24B82-FD1B-7A55-520E-5F2D37A8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8F35E4-AE09-63A0-1C9E-E41F403CF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C1C093-BD59-4CFC-A334-48B9763A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C9DAF-8367-60FC-5125-F1FAD4B0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CA1A2E-0F55-56B9-394C-34DD9FD0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31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FA56E-712C-4C8E-E332-1936FCA26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83B411-26C5-31AA-C9E2-4F78089C2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381489-9E23-50F0-7BF1-244613C4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31C9FD-FA13-4B16-9C4B-3481C14E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71351-8260-17C6-070B-CEA36CB0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59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57FF4-8BAA-E565-2CA8-B4F9C3ECF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AA479-DFBA-26B6-D0B0-E8E506F40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02AF60-B2F4-7C78-3985-C6A4DEE7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019830-3B51-7D14-F6D0-FA6B7D94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2A06DF-98BF-241C-989C-59271E27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63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C0E86-AE1B-DF1B-1C07-EE2BFFB7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F1589-B319-966B-1BF5-2A3A87103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E6871B-A8EC-E43B-0C95-C1AF6FF70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5F810B-A1D8-5DDA-7F76-BC821F32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C6A9A0-4CA5-F84A-ADC3-E9C817E5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16EBB6-142E-C140-AA23-D5760574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292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7C28E-E3D0-88EE-7B5D-CB903019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DBDC2-2B5C-C889-1A2D-6392F8D65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94E0AB-6E91-8C2D-6ED1-12756E66A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09AF6A-D720-BB64-3474-F63B75A9B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B64550-5BCC-57E0-0185-A90E8FB79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803C7-8C81-497E-CFC9-E5FD4777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6E7919-F8C9-0989-4119-EDBA1A51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6C17AB2-2524-B085-E806-1A8BFD67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05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396CF-C0E6-CEE9-7CD2-CAFF449A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1DB5BD-E93B-5964-3BF2-A761B567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C53EF7-3FF7-2256-B8E7-8FE2F1D7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33C8ED-042B-3CE1-54A7-AAFA96B0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71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23E539-8EBA-183C-0326-C20928E67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2FD38A-D6C4-FC76-B600-CB73DF17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052E89-D77E-D563-1170-A1EE9E08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23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367B5-C230-A67C-C1AE-91A1D000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D7CAA6-A20F-5A51-2D0B-E4CE8B3EF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757CE1-99A5-B2D9-9A67-C104F9C19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2C6C5-48FA-6DC9-2CB9-AC158494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B5F92C-E673-70FE-9173-3F106071C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0FD1FD-8DFE-8E7E-766D-82CF2B80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0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2E760-09B1-72F2-76EF-EDC1E2D4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3180E2-F344-9BF8-AC24-8A67B8AEC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1FA6AC-187D-8762-8231-167CA1545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2B1E07-16DE-A523-674E-22CEB3B6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8D1CE4-0B5C-0282-4FAD-3643AADCC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3436BC-F303-922B-504A-8E8ED558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44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047F0-074D-0AD3-AE6F-AA5CD9D5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26E383-D945-ACDE-0EFB-9F885BBD8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E0E19F-8731-AAA8-D470-9E35865E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4DEB5B-651F-685A-E22E-BA61690A3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240AA1-F2F8-5BE4-AE21-394AEA10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6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024EB5-96A9-ECFB-6F4C-8F54BA3B2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018A73-A0F0-1446-5B78-4A6B2297D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A8A074-BD93-C495-F5D2-409ADCDD1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24A475-38C3-0E42-A7F7-008BD8A6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45225D-0E9F-6121-CF69-7DF34FB66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66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3B0DD6-FCD5-E24E-E19C-F09464FF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5AC2A8-CBBB-8998-E7B5-B399DF4B9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96AC4B-DD96-D312-75DC-D1F177783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485D2-C9A2-4893-AA8D-D6E1E3F2295C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8D9258-471E-712A-673E-1F930F8C0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E631F3-35C7-3A27-D82B-9138CE6AB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23E4E-AECF-4C43-A5B2-C413F61FD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07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49A6F-3BEB-C3F9-39FE-56E9BDA820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PIPELINE</a:t>
            </a:r>
            <a:r>
              <a:rPr lang="zh-CN" altLang="en-US" dirty="0"/>
              <a:t>优化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0FB8DB-9196-D0DB-6A77-16BA56CE46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355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33210-26F0-9DA8-FB2A-5435F2EE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问题规范化</a:t>
            </a:r>
            <a:r>
              <a:rPr lang="en-US" altLang="zh-CN" dirty="0"/>
              <a:t>-</a:t>
            </a:r>
            <a:r>
              <a:rPr lang="zh-CN" altLang="en-US" dirty="0"/>
              <a:t>同义词转换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5FB826-C570-DABF-14DA-C3FA2FDC0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128D93D2-0466-FE38-0ED9-40CFB7F7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1" y="92453"/>
            <a:ext cx="3639600" cy="676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8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6F17F-1282-FA49-B5CE-2A3B2C3E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DA91B-2623-A827-9FA9-5CC66581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问题规范化</a:t>
            </a:r>
            <a:r>
              <a:rPr lang="en-US" altLang="zh-CN" dirty="0"/>
              <a:t>-</a:t>
            </a:r>
            <a:r>
              <a:rPr lang="zh-CN" altLang="en-US" dirty="0"/>
              <a:t>问题类型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3D714E-6E8F-B17F-7C75-81F3B896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23737C3B-6C45-BFAD-1CC7-DB35D524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262" y="0"/>
            <a:ext cx="3921538" cy="6858000"/>
          </a:xfrm>
          <a:prstGeom prst="rect">
            <a:avLst/>
          </a:prstGeom>
        </p:spPr>
      </p:pic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79B72B0B-0FAF-68E0-3D33-DEA37301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96900"/>
            <a:ext cx="5539167" cy="516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55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9C15-E0E1-85BA-FBB0-C83977D5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43F3A-7019-CB42-32E6-59D522B1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en-US" altLang="zh-CN" dirty="0" err="1"/>
              <a:t>Promt</a:t>
            </a:r>
            <a:r>
              <a:rPr lang="zh-CN" altLang="en-US" dirty="0"/>
              <a:t>规范化</a:t>
            </a:r>
            <a:r>
              <a:rPr lang="en-US" altLang="zh-CN" dirty="0"/>
              <a:t>-</a:t>
            </a:r>
            <a:r>
              <a:rPr lang="zh-CN" altLang="en-US" dirty="0"/>
              <a:t>回答格式要求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677E95-8D04-4462-FBC9-0374B56CD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66D52C8A-5BCF-0589-4770-B72DBB179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2028629"/>
            <a:ext cx="10440857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0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DF09F-0EBD-54F7-A2A4-3877CD18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回答规范化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1315A6-A32C-16AA-EDF6-7D8125F72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F2FDEC4D-16A6-9836-787C-439B957CF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549592"/>
            <a:ext cx="7760473" cy="52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7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40A5-42F1-FB29-01AB-52E54F32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87492-1E24-0F2A-EAF4-821D7513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回答规范化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2AF91-81C2-0DBE-9135-CEDCCE256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28A2245E-2D5F-573A-1F9C-827C77B5C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1" y="1505395"/>
            <a:ext cx="7449590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06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E032-7137-282E-3805-BBF1CFC1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A6372B-B9A7-7406-85D6-46CFDE12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回答规范化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1938E-62CF-A795-CD30-551D3F170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CF16582A-4356-4CD3-FA3E-7347F3F5A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236" y="0"/>
            <a:ext cx="7001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03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96A4-0242-80F1-8A94-86CB6253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392CB-67AC-7A75-457C-256B6EE0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回答规范化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7FD9F-6441-1AB7-E83D-0FD8BA937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709D2E3D-8B56-316A-ADD5-BA47136E7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67" y="1499703"/>
            <a:ext cx="7906853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3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CD55-AAF2-EB09-DD7B-41A9909A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CB02F-40A3-D35A-91A9-AAFFC1087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回答规范化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3CF95B-5B51-A1AF-1246-7D7DA5DCA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42B97414-BDF5-760F-2343-79441C93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516" y="0"/>
            <a:ext cx="7678222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8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DEEE0-0C6A-0499-5222-2AD488D0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07164D-6862-BF75-9A26-D0919BA7E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设置选项，可选范围。</a:t>
            </a:r>
            <a:endParaRPr lang="en-US" altLang="zh-CN" dirty="0"/>
          </a:p>
          <a:p>
            <a:r>
              <a:rPr lang="zh-CN" altLang="en-US" dirty="0"/>
              <a:t>图像中自动对对象编号（可视化标记集</a:t>
            </a:r>
            <a:r>
              <a:rPr lang="en-US" altLang="zh-CN" dirty="0"/>
              <a:t>set of</a:t>
            </a:r>
            <a:r>
              <a:rPr lang="zh-CN" altLang="en-US" dirty="0"/>
              <a:t> </a:t>
            </a:r>
            <a:r>
              <a:rPr lang="en-US" altLang="zh-CN" dirty="0"/>
              <a:t>mask)</a:t>
            </a:r>
            <a:r>
              <a:rPr lang="zh-CN" altLang="en-US" dirty="0"/>
              <a:t>，选项答案含对象编号。</a:t>
            </a:r>
            <a:r>
              <a:rPr lang="en-US" altLang="zh-CN" dirty="0"/>
              <a:t>Python</a:t>
            </a:r>
            <a:r>
              <a:rPr lang="zh-CN" altLang="en-US" dirty="0"/>
              <a:t>画图软件画框圈出、</a:t>
            </a:r>
            <a:r>
              <a:rPr lang="en-US" altLang="zh-CN" dirty="0"/>
              <a:t>tag</a:t>
            </a:r>
          </a:p>
          <a:p>
            <a:r>
              <a:rPr lang="zh-CN" altLang="en-US" dirty="0"/>
              <a:t>覆盖的定义（理论上最大，实际最大），强度等级：先做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2.</a:t>
            </a:r>
            <a:r>
              <a:rPr lang="zh-CN" altLang="en-US" dirty="0"/>
              <a:t>路径时，起始</a:t>
            </a:r>
            <a:r>
              <a:rPr lang="en-US" altLang="zh-CN" dirty="0"/>
              <a:t>ego</a:t>
            </a:r>
            <a:r>
              <a:rPr lang="zh-CN" altLang="en-US" dirty="0"/>
              <a:t>，终止</a:t>
            </a:r>
            <a:endParaRPr lang="en-US" altLang="zh-CN" dirty="0"/>
          </a:p>
          <a:p>
            <a:r>
              <a:rPr lang="zh-CN" altLang="en-US" dirty="0"/>
              <a:t>对没覆盖的边生成问题</a:t>
            </a:r>
            <a:endParaRPr lang="en-US" altLang="zh-CN" dirty="0"/>
          </a:p>
          <a:p>
            <a:r>
              <a:rPr lang="zh-CN" altLang="en-US" dirty="0">
                <a:highlight>
                  <a:srgbClr val="FF0000"/>
                </a:highlight>
              </a:rPr>
              <a:t>覆盖评估自动化测试脚本</a:t>
            </a:r>
            <a:endParaRPr lang="en-US" altLang="zh-CN" dirty="0">
              <a:highlight>
                <a:srgbClr val="FF0000"/>
              </a:highlight>
            </a:endParaRPr>
          </a:p>
          <a:p>
            <a:r>
              <a:rPr lang="zh-CN" altLang="en-US" dirty="0"/>
              <a:t>多跳问题：分等级。检查日志，是问题读的不对还是答不对</a:t>
            </a:r>
            <a:endParaRPr lang="en-US" altLang="zh-CN" dirty="0"/>
          </a:p>
          <a:p>
            <a:r>
              <a:rPr lang="zh-CN" altLang="en-US" dirty="0"/>
              <a:t>把结构化的东西提供给大模型，降低理解难度</a:t>
            </a:r>
            <a:endParaRPr lang="en-US" altLang="zh-CN" dirty="0"/>
          </a:p>
          <a:p>
            <a:r>
              <a:rPr lang="zh-CN" altLang="en-US" dirty="0">
                <a:highlight>
                  <a:srgbClr val="FF0000"/>
                </a:highlight>
              </a:rPr>
              <a:t>物体过滤：读图，较远端（面积较小）过滤掉。</a:t>
            </a:r>
            <a:r>
              <a:rPr lang="en-US" altLang="zh-CN" dirty="0" err="1">
                <a:highlight>
                  <a:srgbClr val="FF0000"/>
                </a:highlight>
              </a:rPr>
              <a:t>Nuscenes</a:t>
            </a:r>
            <a:r>
              <a:rPr lang="zh-CN" altLang="en-US" dirty="0">
                <a:highlight>
                  <a:srgbClr val="FF0000"/>
                </a:highlight>
              </a:rPr>
              <a:t>官方的方法</a:t>
            </a:r>
            <a:endParaRPr lang="en-US" altLang="zh-CN" dirty="0">
              <a:highlight>
                <a:srgbClr val="FF0000"/>
              </a:highlight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407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907F-1C44-6DAF-9B1D-76472100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8257B-948E-9A41-A6C3-2B83F3B0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回答规范化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0BD00-0C41-E323-49B5-2BD3B93E4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F6A918DE-ECEA-9AFA-BB2E-01DC6A89D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" y="1941058"/>
            <a:ext cx="502037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6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1D2E8-1CF8-3484-A12D-6A0BFB9B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F3DCD-508A-DC02-0B59-8AF33EA5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回答规范化</a:t>
            </a:r>
            <a:r>
              <a:rPr lang="en-US" altLang="zh-CN" dirty="0"/>
              <a:t>-</a:t>
            </a:r>
            <a:r>
              <a:rPr lang="zh-CN" altLang="en-US" dirty="0"/>
              <a:t>答案检验函数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966ED2-A49B-4DCA-2411-3F5D54053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9B8ADFB5-ED25-3854-F11D-BD95E543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13" y="1661483"/>
            <a:ext cx="10736173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77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803D3-0487-E594-B856-CCEFA155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3.Prompt</a:t>
            </a:r>
            <a:r>
              <a:rPr lang="zh-CN" altLang="en-US" dirty="0"/>
              <a:t>优化</a:t>
            </a: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7A6FD5A1-DD50-1483-6AE2-D5143FFE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9" y="1391012"/>
            <a:ext cx="6813657" cy="546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83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B7E18-63FF-63B8-2BA0-C50F180C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C0A362-8E44-559E-6E01-FBA58EA9A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35ED3F-4864-EE88-3E1B-20804D235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51" y="0"/>
            <a:ext cx="9711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5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E083B-3BBA-A4CE-40F3-04161499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DC67B6-4177-7501-382F-B0EF0287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屏幕的截图&#10;&#10;AI 生成的内容可能不正确。">
            <a:extLst>
              <a:ext uri="{FF2B5EF4-FFF2-40B4-BE49-F238E27FC236}">
                <a16:creationId xmlns:a16="http://schemas.microsoft.com/office/drawing/2014/main" id="{91475A54-3A24-4AC6-D810-F0F1FF5DB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100077"/>
            <a:ext cx="10755226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20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CFE0F-36B4-D478-F7C2-CC1C9BB3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覆盖率测量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0F073E-817A-E8B4-831F-D94745D65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屏幕上有字&#10;&#10;AI 生成的内容可能不正确。">
            <a:extLst>
              <a:ext uri="{FF2B5EF4-FFF2-40B4-BE49-F238E27FC236}">
                <a16:creationId xmlns:a16="http://schemas.microsoft.com/office/drawing/2014/main" id="{EB02C847-8DFE-CAE8-C919-F33E6B0B2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487" y="2614499"/>
            <a:ext cx="6639852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87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6333A-E3B5-D341-C251-47D20BEF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利用正则强行把关系变量塞进 </a:t>
            </a:r>
            <a:r>
              <a:rPr lang="en-US" altLang="zh-CN" dirty="0"/>
              <a:t>RETURN</a:t>
            </a:r>
            <a:r>
              <a:rPr lang="zh-CN" altLang="en-US" dirty="0"/>
              <a:t> 列表</a:t>
            </a:r>
          </a:p>
        </p:txBody>
      </p:sp>
      <p:pic>
        <p:nvPicPr>
          <p:cNvPr id="5" name="内容占位符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9F2B1D23-9CCA-4104-6908-3C1B35CF3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3689" y="1784985"/>
            <a:ext cx="45856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10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7360E-EF94-0029-00CE-D6DBEFB4B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与数据库交互并拿到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F48D60-2107-95BC-49B8-359260833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B30DFD4-D4B8-1579-E158-2AE5390A3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52" y="1361308"/>
            <a:ext cx="7487695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62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37D6A-9025-CE02-27A6-908D1361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EF253-DD80-4AED-11AB-DCD4DC766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9A71B6E6-279D-976C-37CC-DACAE167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13" y="123273"/>
            <a:ext cx="5775633" cy="2683416"/>
          </a:xfrm>
          <a:prstGeom prst="rect">
            <a:avLst/>
          </a:prstGeom>
        </p:spPr>
      </p:pic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7700000-E68C-1812-6E9E-CB9C53FEF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27" y="2806689"/>
            <a:ext cx="6320679" cy="312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21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442BF-C3BA-1807-9B2A-8F1DB479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0DCFE-1DB3-6276-BDA0-2BED45B88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AF6C37C1-CEF7-3273-C451-1D07E3B39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12" y="62895"/>
            <a:ext cx="4974953" cy="3043721"/>
          </a:xfrm>
          <a:prstGeom prst="rect">
            <a:avLst/>
          </a:prstGeom>
        </p:spPr>
      </p:pic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61934904-8686-9DFB-0CDE-61DB8EB6B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12" y="3174085"/>
            <a:ext cx="5161003" cy="313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17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</TotalTime>
  <Words>206</Words>
  <Application>Microsoft Office PowerPoint</Application>
  <PresentationFormat>宽屏</PresentationFormat>
  <Paragraphs>24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PIPELINE优化</vt:lpstr>
      <vt:lpstr>1. 问题规范化-同义词转换</vt:lpstr>
      <vt:lpstr>1. 问题规范化-问题类型</vt:lpstr>
      <vt:lpstr>1. Promt规范化-回答格式要求</vt:lpstr>
      <vt:lpstr>2.回答规范化</vt:lpstr>
      <vt:lpstr>2.回答规范化</vt:lpstr>
      <vt:lpstr>2.回答规范化</vt:lpstr>
      <vt:lpstr>2.回答规范化</vt:lpstr>
      <vt:lpstr>2.回答规范化</vt:lpstr>
      <vt:lpstr>PowerPoint 演示文稿</vt:lpstr>
      <vt:lpstr>2.回答规范化</vt:lpstr>
      <vt:lpstr>2.回答规范化-答案检验函数</vt:lpstr>
      <vt:lpstr>3.Prompt优化</vt:lpstr>
      <vt:lpstr>PowerPoint 演示文稿</vt:lpstr>
      <vt:lpstr>PowerPoint 演示文稿</vt:lpstr>
      <vt:lpstr>4.覆盖率测量</vt:lpstr>
      <vt:lpstr>利用正则强行把关系变量塞进 RETURN 列表</vt:lpstr>
      <vt:lpstr>与数据库交互并拿到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6</cp:revision>
  <dcterms:created xsi:type="dcterms:W3CDTF">2026-01-14T12:45:30Z</dcterms:created>
  <dcterms:modified xsi:type="dcterms:W3CDTF">2026-02-12T12:58:18Z</dcterms:modified>
</cp:coreProperties>
</file>