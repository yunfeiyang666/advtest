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06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08399-DD07-08E4-73BF-65EBDE57D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6C6D98-EED3-8E3D-9C85-C20FC275A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38A5CE-E3EC-73F9-7CC5-09ED11FA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6A5DA-3D4E-25EB-06CB-13305427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DE5A81-01AC-91F2-88BB-E7E6EBDB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21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CF7DB-904B-2AC1-F113-58763F92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ACE248-95F9-5112-2D93-47EAA5EE4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4CF480-0484-16AF-E27B-3F3ABAC7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8D42F4-173C-C566-24B9-9920C6D35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A8549-3467-715A-08DC-6765BF79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1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7E144-E098-E11A-4672-96E77FCE1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40C945-D17A-3D05-DE32-B928D5C3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A5881-C46B-9575-D2C5-D2A8294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CF09D-F662-4ECC-B319-0FDC2E93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FB690-89D6-7B69-AE46-FBAA0B82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87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A3AB6-B5EB-C9B4-E0D2-FC781584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08BEF-AE57-5B9A-EA57-C125D072D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3F1D9A-3CF2-228E-0ACC-7E0D35413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5B56C0-49DE-BB02-3A28-9CCEA8040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677772-C6E9-9420-B98C-2BF2F647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BDF955-7945-DFEA-E8BB-F6DC480B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73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C5817-2CE0-8BF3-2E8E-534C368A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74C087-5B5B-DFC9-864C-7DB8902D5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6779C5-5912-1580-0F79-816D19AAE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012917-1390-EA13-B2D1-D8CD6B483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AC59E2-F4B6-B41A-8F07-3CEAC6ED8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5F1BDC-7B1B-1DF4-2974-654CF014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B3ADAB-AD5D-08A2-79FC-92D31E13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E63FEC-0104-4554-0EE5-6B01C308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14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CA6E3-6583-2E65-9FB1-89FCFBB61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C63F3F-E10E-2A1C-F917-8AF4ABEF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057BA3-BDAA-A050-D4BA-ED12B92E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D70EFA-73CA-E08E-8B67-A4DC48E6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71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F7646A-CEC4-B118-5707-AFACABEF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85DD51-BEF3-0DF4-2EB4-D5AC6F08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24F836-01E4-DF92-4364-406A746C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50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B3958-EADE-97C8-B1B3-A35071B35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D8424-4FD3-B9D2-256C-B882E2797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19FE76-16B2-F4EA-EE88-5AB0494FD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5A7B15-3F6F-B4B5-35D8-F4773CBC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011580-E73C-46B2-64E6-9585FE5F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3F7923-B3A3-E90A-87D1-5D59800F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11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559ED-BF14-2AA8-1A78-5A719428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3F666E-81D0-B13A-BB81-91975A9C4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98B32F-3797-5453-5CC7-52CF25494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57552-6798-3E61-6C6D-543C7FC8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07B2D1-6AB9-D967-2DC3-4208300A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4B0F35-0D30-280C-9959-08CE81D1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54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FBD8B-659C-9B51-5458-80792741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F4886B-9110-4294-7265-8FE23D9D2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FD0FB-E1B5-9A09-FC8B-A358EC91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5CDB6-73B5-83D7-3585-CB31E404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607AD4-066B-D7EF-28AC-1063E876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60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F9BEF3-8180-1B1C-591C-DBF679D8E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4A129-E12F-28EE-26B3-BDD6C0B7E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5931A-0586-9995-F243-F2121643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C494F3-D4CB-1A46-79B6-26DBA852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BF1AC-B228-9877-F9DC-1C917290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73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3F6018-A637-5D90-3B38-87586D48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48A852-15E1-7E6F-DEF6-E31963AF2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C5B5C-6AB6-BB59-B628-B346BAA2B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37409-185A-403D-91AE-706B811D91D8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0291A-4C69-978C-C5BD-8A8085408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AE0971-A90B-4DD6-CBE7-9CED89B30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58067-D225-4CA9-BFFE-1377AD97C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27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8C793-2B98-E0B0-B1C4-CC08A8497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5BEC37-42A1-FF2B-3663-5EDF54363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E7589E-A45A-CF41-CDC9-7BE43F209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93" y="280548"/>
            <a:ext cx="9050013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B4BE1-0679-F4B3-AEC3-E82A0FFE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ABE290-D631-A365-792B-EA3917F4E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C904FB-24B8-EA10-C86D-E350F45FB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1390365"/>
            <a:ext cx="8945223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4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1</cp:revision>
  <dcterms:created xsi:type="dcterms:W3CDTF">2026-03-08T12:33:38Z</dcterms:created>
  <dcterms:modified xsi:type="dcterms:W3CDTF">2026-03-09T09:57:48Z</dcterms:modified>
</cp:coreProperties>
</file>