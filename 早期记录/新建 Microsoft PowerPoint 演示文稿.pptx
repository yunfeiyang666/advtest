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2" r:id="rId3"/>
    <p:sldId id="258" r:id="rId4"/>
    <p:sldId id="264" r:id="rId5"/>
    <p:sldId id="266" r:id="rId6"/>
    <p:sldId id="265" r:id="rId7"/>
    <p:sldId id="261" r:id="rId8"/>
    <p:sldId id="263" r:id="rId9"/>
    <p:sldId id="267" r:id="rId10"/>
    <p:sldId id="268" r:id="rId11"/>
    <p:sldId id="280" r:id="rId12"/>
    <p:sldId id="287" r:id="rId13"/>
    <p:sldId id="269" r:id="rId14"/>
    <p:sldId id="288" r:id="rId15"/>
    <p:sldId id="283" r:id="rId16"/>
    <p:sldId id="284" r:id="rId17"/>
    <p:sldId id="285" r:id="rId18"/>
    <p:sldId id="289" r:id="rId19"/>
    <p:sldId id="291" r:id="rId20"/>
    <p:sldId id="290" r:id="rId21"/>
    <p:sldId id="292" r:id="rId22"/>
    <p:sldId id="282" r:id="rId23"/>
    <p:sldId id="275" r:id="rId24"/>
    <p:sldId id="293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91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77C3A9-3883-69F7-C92D-1BFA6A94F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7AD196D-ADF3-096D-6632-15776C15E5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E57DA7-DC93-0750-CE8B-804AA77D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8A280-A2A9-477B-AAC8-CAB3A490FD6D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0AABF3-4D27-DDCF-171A-8A1493FA5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56E5BB-7EC3-29A1-9B0D-2FC0BC88E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13916-6AE6-4259-9A70-CED540E62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4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23FD49-0FA0-3D80-3E5B-A57771E82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3767D5-B81B-E7FD-225C-2D7ADD996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9B4601-74D1-44EE-AEF7-F85F3A8D4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8A280-A2A9-477B-AAC8-CAB3A490FD6D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47B218-F845-39FA-911A-359DBC401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08D14C-E1FD-3864-6AA8-56893BB3A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13916-6AE6-4259-9A70-CED540E62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4835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B163AB-E505-109D-1CED-50FA9D59F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854CCF-0C42-8DAA-ADD5-2E3B69470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5921B1-5D66-4D2C-7A63-85D2321BF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8A280-A2A9-477B-AAC8-CAB3A490FD6D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A69916-6F95-1A56-866B-2F5CEB01B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D8B0EC-94AA-123F-AB16-602360E52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13916-6AE6-4259-9A70-CED540E62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687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6C134A-D6EF-BC9E-7F17-62DC223E3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BB62A4-7601-1F0F-4E34-29E52B43D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211E850-B252-9673-D7E4-E1CAE9047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367D90A-1075-3EEB-8AF6-2D581606D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8A280-A2A9-477B-AAC8-CAB3A490FD6D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1D739A-55C3-53CE-9F9E-52EA694A3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BBB12C-A76F-A102-F474-D2281D905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13916-6AE6-4259-9A70-CED540E62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7351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3B209E-53B5-89FE-D69C-03770632D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43F839-1E65-BFF5-2987-BBA130327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4BE50B7-6853-C77C-08BB-A2E01463A7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584A84D-C1CE-18D0-3120-70444EFC68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D945A3B-B623-DBFF-9129-9B0642455C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F52C16-6701-7C2F-24E9-A51AA577B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8A280-A2A9-477B-AAC8-CAB3A490FD6D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39BAA94-3796-3522-6D8E-DDCE227FA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97B10F4-2632-836E-A546-C6CBBEA4A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13916-6AE6-4259-9A70-CED540E62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0655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C0CF96-6CF4-F118-6B3B-71DDC989A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00C3C2F-CC68-176B-8920-70AF5C124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8A280-A2A9-477B-AAC8-CAB3A490FD6D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D7030AC-C825-E7D2-B9EA-32911DDF5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7A6652-2EA8-577D-B561-791195FA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13916-6AE6-4259-9A70-CED540E62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491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4C3288-F6D1-8A02-2BAC-E1BF0A1AB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8A280-A2A9-477B-AAC8-CAB3A490FD6D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E885AC4-ED1C-39A2-A622-B980A15C0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83B2B2-A871-ABF8-D9D6-18A0B97E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13916-6AE6-4259-9A70-CED540E62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966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1E5AC2-732F-AA06-4220-699FD6223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449ED0-577B-94B3-C025-D2679A8BF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E6BC1E-F365-01CD-6203-1ADA0B08E1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9CFBFA-B606-EBF3-D14F-6496A49B8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8A280-A2A9-477B-AAC8-CAB3A490FD6D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185B3A-655C-85E3-462E-6A8A9BB86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FFFB30-0C62-E91E-8B39-3A9466CA1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13916-6AE6-4259-9A70-CED540E62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6819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223993-D912-A8EB-77B8-A2E14A9F0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FA3618A-869B-37C1-0B8B-7C84B7EDB7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0E8570A-36C8-3CEA-4574-22CFE393D6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5D093A-E6F6-5E29-1B56-743CB942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8A280-A2A9-477B-AAC8-CAB3A490FD6D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4B24BE-0F66-F72D-42BA-3A366FC8A3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A69EE4-5DE4-BCAA-1003-02B94E6D2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13916-6AE6-4259-9A70-CED540E62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888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05947-7EC4-59EA-8481-F9B588133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70BD0D-CFD7-5656-0758-ED44465662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FBA2E7-A72B-91E0-E7DE-246DD57E5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8A280-A2A9-477B-AAC8-CAB3A490FD6D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5F1CE1-0C94-8C45-DEBD-A3B318A79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A6F0CA-3A66-2854-F5C4-C28F59293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13916-6AE6-4259-9A70-CED540E62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0367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DE81A12-5575-B3BD-3800-DD51E422C5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6B59EF-25FD-C372-8A9E-46579FF04E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9B1B9D-7645-7834-46EA-D218AAD3F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88A280-A2A9-477B-AAC8-CAB3A490FD6D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72AA62-2E71-9750-26BC-A90E9CB49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0C163E-E690-DEC9-B2FB-70DB52909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13916-6AE6-4259-9A70-CED540E62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512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2611CDD-62AF-CD8D-A84C-B1C18D69C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2840D6-BBAE-9C7F-4E2E-EBE94D048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E4D90C-BF71-93E2-11A7-037CF09E6D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8A280-A2A9-477B-AAC8-CAB3A490FD6D}" type="datetimeFigureOut">
              <a:rPr lang="zh-CN" altLang="en-US" smtClean="0"/>
              <a:t>2026/4/2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8B43AD-E635-0991-CBDB-E258B599F8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925E45-5866-22D7-767B-A2B299634B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413916-6AE6-4259-9A70-CED540E62F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748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94F790-FBC9-1815-1B22-5690211F4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EE648D-8A88-7D99-59F4-946F16B3B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BCFE3AA-1E27-A652-0F06-D01299937C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1037"/>
            <a:ext cx="12192000" cy="6125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560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43861E-B35F-946A-3F5C-DCD75CAB8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C68D50-93A5-B054-BC93-24FCD45D8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BF71AF-B031-8588-DCF7-D28C4CF9C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68" y="0"/>
            <a:ext cx="1163146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400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70A29C-9C14-C7D1-7189-42DF21B05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35C3ED-9746-F072-9959-F9ED741D0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E85E8C3-12B9-764E-C159-87D8D2439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345" y="0"/>
            <a:ext cx="105673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974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4587B5-381C-DAE3-F127-8C781872C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Llm</a:t>
            </a:r>
            <a:r>
              <a:rPr lang="zh-CN" altLang="en-US" dirty="0"/>
              <a:t>生成</a:t>
            </a:r>
            <a:r>
              <a:rPr lang="en-US" altLang="zh-CN" dirty="0"/>
              <a:t>cypher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373CBA-38F6-66AE-B972-0CFE47E2A8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0AF04F4-EEE8-22F7-E65F-B8EB96C97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510" y="579780"/>
            <a:ext cx="7973538" cy="596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269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A0E4C6-DFCB-95DD-21CF-B474A76AA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8A3934-BF05-92C7-30E5-2CDCD5661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1DD775A-35D0-E6F8-7A83-776D15CB4A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178" y="1952419"/>
            <a:ext cx="7649643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515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6D1A1-72F3-E8B2-0521-D8982E6E8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372F04-7F15-2DD6-8D7E-3A48E643A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Llm</a:t>
            </a:r>
            <a:r>
              <a:rPr lang="zh-CN" altLang="en-US" dirty="0"/>
              <a:t>生成</a:t>
            </a:r>
            <a:r>
              <a:rPr lang="en-US" altLang="zh-CN" dirty="0"/>
              <a:t>cypher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ADA1DD2-69ED-B853-976F-3312A0F5C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77D7F86-86C4-9E65-1209-A3991D7DD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988" y="2118134"/>
            <a:ext cx="7535327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096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83C33C-E208-1181-82A6-9410D7D31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</a:t>
            </a:r>
            <a:r>
              <a:rPr lang="en-US" altLang="zh-CN" dirty="0"/>
              <a:t>QA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2C4458-1D9D-3F97-E196-814F0E21A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4D119CA-BB2E-3268-1E38-24A8D8567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1126" y="1909550"/>
            <a:ext cx="8049748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9791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3BFCBF-6DD6-E2F3-9317-C65CDCFFA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L2</a:t>
            </a:r>
            <a:r>
              <a:rPr lang="zh-CN" altLang="en-US" dirty="0"/>
              <a:t>模式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F69FF0-16D7-8562-DE40-69369DD21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算作</a:t>
            </a:r>
            <a:r>
              <a:rPr lang="en-US" altLang="zh-CN" dirty="0"/>
              <a:t>L2</a:t>
            </a:r>
            <a:r>
              <a:rPr lang="zh-CN" altLang="en-US" dirty="0"/>
              <a:t>的具体组合只有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en-US" altLang="zh-CN" dirty="0"/>
              <a:t>c</a:t>
            </a:r>
            <a:r>
              <a:rPr lang="zh-CN" altLang="en-US" dirty="0"/>
              <a:t>，即前一条关系边的首连接后一条关系边的尾。我们从模板设置的角度出发，主体是</a:t>
            </a:r>
            <a:r>
              <a:rPr lang="en-US" altLang="zh-CN" dirty="0"/>
              <a:t>a</a:t>
            </a:r>
            <a:r>
              <a:rPr lang="zh-CN" altLang="en-US" dirty="0"/>
              <a:t>的</a:t>
            </a:r>
            <a:r>
              <a:rPr lang="en-US" altLang="zh-CN" dirty="0"/>
              <a:t>b</a:t>
            </a:r>
            <a:r>
              <a:rPr lang="zh-CN" altLang="en-US" dirty="0"/>
              <a:t>的</a:t>
            </a:r>
            <a:r>
              <a:rPr lang="en-US" altLang="zh-CN" dirty="0"/>
              <a:t>c</a:t>
            </a:r>
            <a:r>
              <a:rPr lang="zh-CN" altLang="en-US" dirty="0"/>
              <a:t>这样首尾相连的模式，但是我们可以发现</a:t>
            </a:r>
            <a:r>
              <a:rPr lang="en-US" altLang="zh-CN" dirty="0" err="1"/>
              <a:t>nuscenesQA</a:t>
            </a:r>
            <a:r>
              <a:rPr lang="zh-CN" altLang="en-US" dirty="0"/>
              <a:t>中有大量的复杂问题出题时并不完全符合这个规则，但是包含这样的两连边，原题集这些题没有动，新出题模板里没有这种复杂题。</a:t>
            </a:r>
          </a:p>
        </p:txBody>
      </p:sp>
    </p:spTree>
    <p:extLst>
      <p:ext uri="{BB962C8B-B14F-4D97-AF65-F5344CB8AC3E}">
        <p14:creationId xmlns:p14="http://schemas.microsoft.com/office/powerpoint/2010/main" val="170767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4871E8-979D-1159-04FD-A71A4726A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RQ1</a:t>
            </a:r>
            <a:r>
              <a:rPr lang="zh-CN" altLang="en-US" dirty="0"/>
              <a:t>测试模型做题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7403FE-0480-E55A-B606-A56A522A1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固定成本：时间、问题数</a:t>
            </a:r>
            <a:endParaRPr lang="en-US" altLang="zh-CN" dirty="0"/>
          </a:p>
          <a:p>
            <a:r>
              <a:rPr lang="zh-CN" altLang="en-US" dirty="0"/>
              <a:t>指标：正确率，错误数量，错误分类（</a:t>
            </a:r>
            <a:r>
              <a:rPr lang="en-US" altLang="zh-CN" dirty="0"/>
              <a:t>L012</a:t>
            </a:r>
            <a:r>
              <a:rPr lang="zh-CN" altLang="en-US" dirty="0"/>
              <a:t>、问题模板类型）</a:t>
            </a:r>
            <a:endParaRPr lang="en-US" altLang="zh-CN" dirty="0"/>
          </a:p>
          <a:p>
            <a:r>
              <a:rPr lang="zh-CN" altLang="en-US" dirty="0"/>
              <a:t>覆盖率增长情况统计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1773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74FF1F-7F07-0D4C-D5C0-96913D843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B9C5C0-CBBF-3C97-02BC-1010C80758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六相机视图一起给，带着相机方向给</a:t>
            </a:r>
            <a:endParaRPr lang="en-US" altLang="zh-CN" dirty="0"/>
          </a:p>
          <a:p>
            <a:r>
              <a:rPr lang="zh-CN" altLang="en-US" dirty="0"/>
              <a:t>场景相关，题集生成一次</a:t>
            </a:r>
            <a:endParaRPr lang="en-US" altLang="zh-CN" dirty="0"/>
          </a:p>
          <a:p>
            <a:r>
              <a:rPr lang="zh-CN" altLang="en-US" dirty="0"/>
              <a:t>先评估初始准确率，达到一定正确率再开始，达不到要调参数</a:t>
            </a:r>
            <a:endParaRPr lang="en-US" altLang="zh-CN" dirty="0"/>
          </a:p>
          <a:p>
            <a:r>
              <a:rPr lang="zh-CN" altLang="en-US" dirty="0"/>
              <a:t>模型微调，</a:t>
            </a:r>
            <a:r>
              <a:rPr lang="en-US" altLang="zh-CN" dirty="0"/>
              <a:t>Qwen-7B</a:t>
            </a:r>
            <a:r>
              <a:rPr lang="zh-CN" altLang="en-US" dirty="0"/>
              <a:t>上手</a:t>
            </a:r>
          </a:p>
        </p:txBody>
      </p:sp>
    </p:spTree>
    <p:extLst>
      <p:ext uri="{BB962C8B-B14F-4D97-AF65-F5344CB8AC3E}">
        <p14:creationId xmlns:p14="http://schemas.microsoft.com/office/powerpoint/2010/main" val="1748890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2D3E47-8BEA-B66F-ED5D-BC0540233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62213F-357D-9852-B0B3-5CD863E25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27E63C3-8B33-F8DE-114B-C13C81DE0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382" y="1126775"/>
            <a:ext cx="4885594" cy="139769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8AD1D48-E990-50A9-8A21-597F95EE1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73" y="0"/>
            <a:ext cx="61619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033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90604E-41D4-34AE-B5EC-13E708D45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D4E423-7015-5DFE-7974-F6D082393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D6A2A99-A415-3DBD-D1C3-D1F0164ABA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5445"/>
            <a:ext cx="10515600" cy="6016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0019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4D2B7B-4206-1648-4FB0-F9DC485BD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EA0263-1316-018F-432A-656DA5B5E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E3CD412-461C-1A3E-3003-7EC66635F5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7427"/>
            <a:ext cx="12192000" cy="5323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456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D21F5F-6442-39A2-F84A-2062CB3D9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9D4B6E-7233-616B-D103-E47720A0D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80021CC-4C4E-7FE2-44CF-617316597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191" y="0"/>
            <a:ext cx="105616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9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E642D5-985A-DC24-507F-4F32438F8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FBA78F-C7BE-E4B9-D599-D493933D7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2BFF6E2-5A15-4309-D522-40E0E2EC3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018" y="985496"/>
            <a:ext cx="11745964" cy="48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321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0455B7-C7B1-EE0B-EEF9-ACB1E5BEE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B68343-CCDD-84F3-EFF4-24572DF58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3FF8EBC-8F3D-7A64-652D-66C249F4A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944" y="0"/>
            <a:ext cx="90941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744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FB5C7D-3C33-AE31-9EA9-3CA4953C4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B5B65E-7EEE-3184-5475-2F0FFDD95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60A08A8-90BA-49B9-D073-26D03AC60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991" y="685417"/>
            <a:ext cx="11584017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3713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0A49CC-9163-70B7-5C37-D662B276B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6914AB-73C0-7384-C625-385ABF94E1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E3076D8-0409-3DC7-451D-D8E4B4CC1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6454" y="0"/>
            <a:ext cx="90790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4604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ECDC8-0791-117C-08B2-7DEE2C842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96EF41-F377-1E13-39E4-EFBBC9C13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B58776B-0B7D-72E9-1606-074A7FEA5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626" y="2638314"/>
            <a:ext cx="6782747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9919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23F384-6660-8270-0EDD-A86978DE0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4ABC77-6336-E0FB-AD6C-15BAC12E2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ED66222-5AF6-5816-78E2-1C636E3B2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290" y="0"/>
            <a:ext cx="85114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922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32FE2-E692-88CE-1919-9CFD715D5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C5CF49-9866-5456-BDFA-84228113E0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567A1B-3836-37FE-8D7D-59566388B8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213" y="0"/>
            <a:ext cx="74635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1282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7423B6-765B-ED81-0FB0-5D10E4A9E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约束下，靠</a:t>
            </a:r>
            <a:r>
              <a:rPr lang="en-US" altLang="zh-CN" dirty="0"/>
              <a:t>L</a:t>
            </a:r>
            <a:r>
              <a:rPr lang="zh-CN" altLang="en-US" dirty="0"/>
              <a:t>等级驱动似乎没有意义？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77EEB7-7460-9810-1252-25EEDD869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311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880BF2-A41B-F053-A083-59621CBAE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3ABF02-DD60-9833-C78D-91CB5EF9A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8D40DB4-E72A-A918-29A8-1D9DE8B89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4383"/>
            <a:ext cx="12192000" cy="4289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4123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3D0263-5835-A4CC-F9EC-00AC86F94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E29AFB-7257-F387-8989-E3E2B5C82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API</a:t>
            </a:r>
          </a:p>
          <a:p>
            <a:r>
              <a:rPr lang="zh-CN" altLang="en-US" dirty="0"/>
              <a:t>过滤条件严苛一点</a:t>
            </a:r>
            <a:endParaRPr lang="en-US" altLang="zh-CN" dirty="0"/>
          </a:p>
          <a:p>
            <a:r>
              <a:rPr lang="en-US" altLang="zh-CN" dirty="0"/>
              <a:t>6000</a:t>
            </a:r>
            <a:r>
              <a:rPr lang="zh-CN" altLang="en-US" dirty="0"/>
              <a:t>中选一部分</a:t>
            </a:r>
          </a:p>
        </p:txBody>
      </p:sp>
    </p:spTree>
    <p:extLst>
      <p:ext uri="{BB962C8B-B14F-4D97-AF65-F5344CB8AC3E}">
        <p14:creationId xmlns:p14="http://schemas.microsoft.com/office/powerpoint/2010/main" val="2274108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637</TotalTime>
  <Words>195</Words>
  <Application>Microsoft Office PowerPoint</Application>
  <PresentationFormat>宽屏</PresentationFormat>
  <Paragraphs>18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等线</vt:lpstr>
      <vt:lpstr>等线 Light</vt:lpstr>
      <vt:lpstr>Arial</vt:lpstr>
      <vt:lpstr>Office 主题​​</vt:lpstr>
      <vt:lpstr>流程</vt:lpstr>
      <vt:lpstr>PowerPoint 演示文稿</vt:lpstr>
      <vt:lpstr>PowerPoint 演示文稿</vt:lpstr>
      <vt:lpstr>Llm生成cypher</vt:lpstr>
      <vt:lpstr>PowerPoint 演示文稿</vt:lpstr>
      <vt:lpstr>Llm生成cypher</vt:lpstr>
      <vt:lpstr>其他QA</vt:lpstr>
      <vt:lpstr>L2模式</vt:lpstr>
      <vt:lpstr>RQ1测试模型做题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约束下，靠L等级驱动似乎没有意义？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yunyang wan</dc:creator>
  <cp:lastModifiedBy>yunyang wan</cp:lastModifiedBy>
  <cp:revision>14</cp:revision>
  <dcterms:created xsi:type="dcterms:W3CDTF">2026-03-15T10:54:31Z</dcterms:created>
  <dcterms:modified xsi:type="dcterms:W3CDTF">2026-04-02T12:05:40Z</dcterms:modified>
</cp:coreProperties>
</file>