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9" r:id="rId4"/>
    <p:sldId id="278" r:id="rId5"/>
    <p:sldId id="279" r:id="rId6"/>
    <p:sldId id="280" r:id="rId7"/>
    <p:sldId id="295" r:id="rId8"/>
    <p:sldId id="298" r:id="rId9"/>
    <p:sldId id="297" r:id="rId10"/>
    <p:sldId id="283" r:id="rId11"/>
    <p:sldId id="285" r:id="rId12"/>
    <p:sldId id="258" r:id="rId13"/>
    <p:sldId id="262" r:id="rId14"/>
    <p:sldId id="263" r:id="rId15"/>
    <p:sldId id="264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86" r:id="rId26"/>
    <p:sldId id="287" r:id="rId27"/>
    <p:sldId id="288" r:id="rId28"/>
    <p:sldId id="294" r:id="rId29"/>
    <p:sldId id="289" r:id="rId30"/>
    <p:sldId id="290" r:id="rId31"/>
    <p:sldId id="291" r:id="rId32"/>
    <p:sldId id="292" r:id="rId33"/>
    <p:sldId id="299" r:id="rId34"/>
    <p:sldId id="277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7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32A52D-3892-CF92-5FBB-A3EA2463E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6BA3528-F676-D3CA-78D9-2DB97A209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968A1D-E3BE-56FB-973E-9F1301D33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CECB-0ED0-436D-96CC-DD5DDBA878A3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552AC3-AB59-4277-8458-5131D0800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2BA63E-EE4F-CB50-9AF2-56CE2DFED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680F8-566A-4E02-87E2-48DC82442C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6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7B1512-06EB-7415-0E1B-9E21C256B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161304-7462-E269-DF10-7906BCD87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AABDB3-5251-0558-448C-807C55218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CECB-0ED0-436D-96CC-DD5DDBA878A3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A81928-9F76-1C42-1FC5-8069777CE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0E8B57-4D74-616B-DF94-6C9FA9E14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680F8-566A-4E02-87E2-48DC82442C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95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42506-4AF7-3D0E-9C2C-AAAD22360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163CBD-B311-960C-759F-EE2408A01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DF0F2F-43D2-3683-A51A-59C71228D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CECB-0ED0-436D-96CC-DD5DDBA878A3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E759FD-14F9-AB7E-A996-13129B07F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BD058C-FFED-83CA-8A5E-78BC87AC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680F8-566A-4E02-87E2-48DC82442C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05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F942C-5002-31A4-FAE7-7654F8699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D22D57-6679-B119-7C8F-685671EC4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943444-F5D5-1231-5AF0-92EF8B18F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A9C45E-C951-C29A-42DA-A5ACB0FA3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CECB-0ED0-436D-96CC-DD5DDBA878A3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AD1A9B-123D-26E8-9323-F17CE3651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8BE855-6134-CDC1-91EA-5550B7779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680F8-566A-4E02-87E2-48DC82442C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719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C8F43-AD92-954C-C830-8C4687ECD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421D27-6141-F3D7-69AB-9A9684716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B2675C-2F78-13AA-D912-BF3584B88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44E338-0A53-EF73-03FA-754E1B96C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D10C6ED-E0C1-F3D9-4FFB-F25B46591B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6FC103-3B4C-78AB-A103-3322166A3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CECB-0ED0-436D-96CC-DD5DDBA878A3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030FCA3-CF85-AE20-8BE2-03A186341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D03591-DA9A-0E78-567F-5F6FDC8C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680F8-566A-4E02-87E2-48DC82442C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622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EE9F5C-1145-4DFD-EDFE-BCEFD0B8C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5FAFD1-4337-A1E0-A9B8-A4AE24F5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CECB-0ED0-436D-96CC-DD5DDBA878A3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9980C1-15DB-5AD8-FB97-B22860D59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D70F02-CF27-1785-CFAE-05010D30B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680F8-566A-4E02-87E2-48DC82442C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620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42F2D0-ACDE-C1F6-28B1-1C6CED2C5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CECB-0ED0-436D-96CC-DD5DDBA878A3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D1B30E-56D8-D286-206D-506440080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7726A0-EDA3-BCA4-7CA4-105AFC5C2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680F8-566A-4E02-87E2-48DC82442C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05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88B507-2A6B-696C-2312-5D890C6D3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E18A9D-B1B0-F8C6-CDC7-B9A5353CA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AEA678-856B-5444-FCAD-9B11FFD02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EA9D92-A2C4-1476-E31C-CABF49E2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CECB-0ED0-436D-96CC-DD5DDBA878A3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7A0C46-6925-3C2B-5E44-49E7FF5A4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8C2327-4001-E454-AEB1-C18929ECF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680F8-566A-4E02-87E2-48DC82442C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735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7F787D-A1A7-5E31-655B-5AFA77EE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5876DBC-C228-1B9C-EDCF-2D290AF46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DA87FD-8ACC-478F-FDB6-BFF354BC0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61D525-541D-F593-E193-BED2059ED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CECB-0ED0-436D-96CC-DD5DDBA878A3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ED2283-2A92-B59F-8086-3F2FAEF30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63EE6C-DD95-E009-C63A-38A28052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680F8-566A-4E02-87E2-48DC82442C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47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1E8D6A-5C43-43D4-F9D0-4398BDD03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EF0403-EDB8-E9D6-50EF-8EA71CCE4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D6659B-0C7A-3329-57A7-31A7BB63D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CECB-0ED0-436D-96CC-DD5DDBA878A3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471BA5-3288-1C37-58D3-8291509A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E9BD70-D657-8ACE-888B-52ACE725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680F8-566A-4E02-87E2-48DC82442C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79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F92757-038F-DA35-8F79-B5DEFBE53A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826109-3D15-FAE5-FACA-A268A9411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EDDD33-5301-41B6-8EF0-9BD4E520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6CECB-0ED0-436D-96CC-DD5DDBA878A3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264D2D-10F0-CF3E-0D70-D3297D06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6F137F-F11E-5589-6B2B-5610E9727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680F8-566A-4E02-87E2-48DC82442C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61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269FA49-6F47-8DE5-AD4D-6A82EE2C8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C790BC-BFC2-226F-4DDD-70B346880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15F3B3-D226-D981-B780-0C42677AF2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6CECB-0ED0-436D-96CC-DD5DDBA878A3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CD428F-DA05-E8DF-862C-336C840D4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0180E7-FB13-9332-9882-7BE2BFF7E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680F8-566A-4E02-87E2-48DC82442C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19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05E86C-2C4C-183E-F727-8562E51A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多跳失败案例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D698F-C2ED-4AA8-2F5B-617DA3E16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024D57F-6BA9-69BE-A14D-219025F5C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878010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0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01C64D-C484-7B96-7B7B-E3F6983E4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多跳失败案例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42753C-DBD0-75CE-D876-26876018E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道</a:t>
            </a:r>
            <a:r>
              <a:rPr lang="en-US" altLang="zh-CN" dirty="0"/>
              <a:t>Cypher</a:t>
            </a:r>
            <a:r>
              <a:rPr lang="zh-CN" altLang="en-US" dirty="0"/>
              <a:t>生成为空</a:t>
            </a:r>
            <a:endParaRPr lang="en-US" altLang="zh-CN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C39DA3C1-4862-3D2A-68A1-15604E0AB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058" y="0"/>
            <a:ext cx="71739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110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A457D-E1A3-F40B-CE95-67FC7B4D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2696A-5894-EC26-8D4F-A4FDD7183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多跳失败案例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FAED96-5F86-14FF-8545-B896C0829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5B51B5AF-F990-E4C2-4A53-1D8669488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988" y="0"/>
            <a:ext cx="76718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85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077AE-2981-56A2-A856-CF84A36DB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7D498-500B-3C3B-4F50-599D24B3D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多跳失败案例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EFAD2D-445F-6C85-1365-3E7CF08E6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2526CAFF-ECE8-152E-ED9A-39157F5CA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7" y="1690688"/>
            <a:ext cx="12192000" cy="486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83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7E6C-5C89-BE1C-A65F-AA3734351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383D27-124E-22B5-8F2B-54D26539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多跳失败案例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A76B0F-A6C0-5296-7252-184D914E7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C2CC77DC-9A4B-656D-4886-75BEF3E55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0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508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459D5-671A-03B3-7E20-A15E3939A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D3777E-0BEE-1984-8DA5-4D1844614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多跳失败案例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F2A664-D3A3-9EC3-5B9E-EDE77621F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CF2788AA-0850-7CEC-DB43-D5A381739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541"/>
            <a:ext cx="12192000" cy="586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28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74E8E3-F1CD-6396-F77B-22A8AC2FB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工作路径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3A519D-7BE5-7CB6-64D8-D7251B9BE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方位词：只做了四象限→纯八象限→发现两者都有</a:t>
            </a:r>
            <a:endParaRPr lang="en-US" altLang="zh-CN" dirty="0"/>
          </a:p>
          <a:p>
            <a:r>
              <a:rPr lang="zh-CN" altLang="en-US" dirty="0"/>
              <a:t>规范与超时：从自由生成到约束 </a:t>
            </a:r>
            <a:r>
              <a:rPr lang="en-US" altLang="zh-CN" dirty="0"/>
              <a:t>schema / status</a:t>
            </a:r>
            <a:r>
              <a:rPr lang="zh-CN" altLang="en-US" dirty="0"/>
              <a:t>→固定词汇</a:t>
            </a:r>
            <a:r>
              <a:rPr lang="en-US" altLang="zh-CN" dirty="0"/>
              <a:t>/</a:t>
            </a:r>
            <a:r>
              <a:rPr lang="zh-CN" altLang="en-US" dirty="0"/>
              <a:t>短语没有收进词表，固定 </a:t>
            </a:r>
            <a:r>
              <a:rPr lang="en-US" altLang="zh-CN" dirty="0"/>
              <a:t>status </a:t>
            </a:r>
            <a:r>
              <a:rPr lang="zh-CN" altLang="en-US" dirty="0"/>
              <a:t>取值空间→长时间卡在中间步骤不返回，执行超时 和错误捕获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4550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C3C91-5E6B-B8BC-159B-497701109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5503F1-9C6B-BF8B-DDD2-60609F924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工作路径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45EC42-EDF1-170C-E5DB-84E41A2DF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Cypher </a:t>
            </a:r>
            <a:r>
              <a:rPr lang="zh-CN" altLang="en-US" dirty="0"/>
              <a:t>生成错误：从“多条拼接”到“单一终态查询”</a:t>
            </a:r>
            <a:endParaRPr lang="en-US" altLang="zh-CN" dirty="0"/>
          </a:p>
          <a:p>
            <a:r>
              <a:rPr lang="zh-CN" altLang="en-US" dirty="0"/>
              <a:t>模型早期一个典型错误：把 多条独立的 </a:t>
            </a:r>
            <a:r>
              <a:rPr lang="en-US" altLang="zh-CN" dirty="0"/>
              <a:t>Cypher</a:t>
            </a:r>
            <a:r>
              <a:rPr lang="zh-CN" altLang="en-US" dirty="0"/>
              <a:t>（草稿、重试版）直接拼在一起，变成一个大字符串；甚至出现多个 </a:t>
            </a:r>
            <a:r>
              <a:rPr lang="en-US" altLang="zh-CN" dirty="0"/>
              <a:t>MATCH...RETURN</a:t>
            </a:r>
            <a:r>
              <a:rPr lang="zh-CN" altLang="en-US" dirty="0"/>
              <a:t>的串联</a:t>
            </a:r>
            <a:endParaRPr lang="en-US" altLang="zh-CN" dirty="0"/>
          </a:p>
          <a:p>
            <a:r>
              <a:rPr lang="zh-CN" altLang="en-US" dirty="0"/>
              <a:t>在抽取阶段强制只保留一条最终查询，若检测到多条：按顺序只保留最后一条完整 </a:t>
            </a:r>
            <a:r>
              <a:rPr lang="en-US" altLang="zh-CN" dirty="0"/>
              <a:t>MATCH...RETURN </a:t>
            </a:r>
            <a:r>
              <a:rPr lang="zh-CN" altLang="en-US" dirty="0"/>
              <a:t>的语句</a:t>
            </a:r>
          </a:p>
        </p:txBody>
      </p:sp>
    </p:spTree>
    <p:extLst>
      <p:ext uri="{BB962C8B-B14F-4D97-AF65-F5344CB8AC3E}">
        <p14:creationId xmlns:p14="http://schemas.microsoft.com/office/powerpoint/2010/main" val="4061183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5BC77-E41B-70C3-088D-A0022C624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0FE176-266C-7843-E442-9C452181E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工作路径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6816F-E695-F3D7-3647-9E46A8F4D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cypher</a:t>
            </a:r>
            <a:r>
              <a:rPr lang="zh-CN" altLang="en-US" dirty="0"/>
              <a:t>提取与清洗：一开始纯字符串规则、行内格式和中文解释的模式→模型输出格式非常敏感，一旦模型多打一段解释，解析就容易把有用的 </a:t>
            </a:r>
            <a:r>
              <a:rPr lang="en-US" altLang="zh-CN" dirty="0"/>
              <a:t>Cypher </a:t>
            </a:r>
            <a:r>
              <a:rPr lang="zh-CN" altLang="en-US" dirty="0"/>
              <a:t>带着扔掉→代码块（</a:t>
            </a:r>
            <a:r>
              <a:rPr lang="en-US" altLang="zh-CN" dirty="0"/>
              <a:t>cypher</a:t>
            </a:r>
            <a:r>
              <a:rPr lang="zh-CN" altLang="en-US" dirty="0"/>
              <a:t>）和关键字 为单位提取，先整体拿出 </a:t>
            </a:r>
            <a:r>
              <a:rPr lang="en-US" altLang="zh-CN" dirty="0"/>
              <a:t>block</a:t>
            </a:r>
            <a:r>
              <a:rPr lang="zh-CN" altLang="en-US" dirty="0"/>
              <a:t>，再在 </a:t>
            </a:r>
            <a:r>
              <a:rPr lang="en-US" altLang="zh-CN" dirty="0"/>
              <a:t>block </a:t>
            </a:r>
            <a:r>
              <a:rPr lang="zh-CN" altLang="en-US" dirty="0"/>
              <a:t>内做轻量级清洗（去 </a:t>
            </a:r>
            <a:r>
              <a:rPr lang="en-US" altLang="zh-CN" dirty="0"/>
              <a:t>&lt;think&gt;</a:t>
            </a:r>
            <a:r>
              <a:rPr lang="zh-CN" altLang="en-US" dirty="0"/>
              <a:t>、去注释、去中文说明等）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错误的尝试：尝试用</a:t>
            </a:r>
            <a:r>
              <a:rPr lang="en-US" altLang="zh-CN" dirty="0"/>
              <a:t>IR+</a:t>
            </a:r>
            <a:r>
              <a:rPr lang="zh-CN" altLang="en-US" dirty="0"/>
              <a:t>程序自动生成</a:t>
            </a:r>
            <a:r>
              <a:rPr lang="en-US" altLang="zh-CN" dirty="0"/>
              <a:t>cypher</a:t>
            </a:r>
            <a:r>
              <a:rPr lang="zh-CN" altLang="en-US" dirty="0"/>
              <a:t>→程序的格式、模板太难确定，正确率低于原本→大模型没机会发挥能力，弃掉这个方案，但是移用</a:t>
            </a:r>
            <a:r>
              <a:rPr lang="en-US" altLang="zh-CN" dirty="0"/>
              <a:t>IR</a:t>
            </a:r>
            <a:r>
              <a:rPr lang="zh-CN" altLang="en-US" dirty="0"/>
              <a:t>规整思考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0724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2A09F-164B-1092-CC06-F749B3990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5281DC-902D-BA7C-0BBB-85A84BD3A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2CFE2B8A-B6C6-571C-0D7D-6641DCA1E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8" y="0"/>
            <a:ext cx="119112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17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DE9B85-5CEF-9A71-B18C-88EE5156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BD9CF1-91C6-1954-D76E-30F543A78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626C26DF-AD76-EE77-59C7-580B93074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45" y="0"/>
            <a:ext cx="99835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556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AD8337-A146-080F-2DC1-491D6651E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C09877-5275-3E4F-641B-C3F021F2F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, 应用程序&#10;&#10;AI 生成的内容可能不正确。">
            <a:extLst>
              <a:ext uri="{FF2B5EF4-FFF2-40B4-BE49-F238E27FC236}">
                <a16:creationId xmlns:a16="http://schemas.microsoft.com/office/drawing/2014/main" id="{5A947FC7-857C-0845-F7EA-520313A9E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966" y="0"/>
            <a:ext cx="97980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47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FE61A7-EB5D-1D87-D9D0-FC558BEA3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Cypher</a:t>
            </a:r>
            <a:r>
              <a:rPr lang="zh-CN" altLang="en-US" dirty="0"/>
              <a:t>错误拼接，并非无法理解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FE3CDA-4340-BE00-CB21-A156146A7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手机屏幕截图&#10;&#10;AI 生成的内容可能不正确。">
            <a:extLst>
              <a:ext uri="{FF2B5EF4-FFF2-40B4-BE49-F238E27FC236}">
                <a16:creationId xmlns:a16="http://schemas.microsoft.com/office/drawing/2014/main" id="{DF26EE90-B0C7-710C-C24E-EC13727AB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954485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511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83023B-5DB6-9B14-18F2-361F71BDF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多跳失败分析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8748A7-9472-26F0-8674-D0B1D0D4C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Cypher</a:t>
            </a:r>
            <a:r>
              <a:rPr lang="zh-CN" altLang="en-US" dirty="0"/>
              <a:t>生成不规范，用 </a:t>
            </a:r>
            <a:r>
              <a:rPr lang="en-US" altLang="zh-CN" dirty="0"/>
              <a:t>translation/velocity </a:t>
            </a:r>
            <a:r>
              <a:rPr lang="zh-CN" altLang="en-US" dirty="0"/>
              <a:t>等库里没有的属性。</a:t>
            </a:r>
            <a:endParaRPr lang="en-US" altLang="zh-CN" dirty="0"/>
          </a:p>
          <a:p>
            <a:r>
              <a:rPr lang="zh-CN" altLang="en-US" dirty="0"/>
              <a:t>准备将工作拆分，大模型负责拆解问题，生成标准的问题</a:t>
            </a:r>
            <a:r>
              <a:rPr lang="en-US" altLang="zh-CN" dirty="0" err="1"/>
              <a:t>json</a:t>
            </a:r>
            <a:r>
              <a:rPr lang="zh-CN" altLang="en-US" dirty="0"/>
              <a:t>（从自然语言问题里读出：对象是谁、相对谁、方位、状态、比较关系等 ），再由程序纯自动化填空将</a:t>
            </a:r>
            <a:r>
              <a:rPr lang="en-US" altLang="zh-CN" dirty="0" err="1"/>
              <a:t>json</a:t>
            </a:r>
            <a:r>
              <a:rPr lang="zh-CN" altLang="en-US" dirty="0"/>
              <a:t>翻译成</a:t>
            </a:r>
            <a:r>
              <a:rPr lang="en-US" altLang="zh-CN" dirty="0"/>
              <a:t>cypher</a:t>
            </a:r>
          </a:p>
          <a:p>
            <a:r>
              <a:rPr lang="zh-CN" altLang="en-US" dirty="0"/>
              <a:t>降低大模型理解难度：提前给清晰 </a:t>
            </a:r>
            <a:r>
              <a:rPr lang="en-US" altLang="zh-CN" dirty="0"/>
              <a:t>schema</a:t>
            </a:r>
            <a:r>
              <a:rPr lang="zh-CN" altLang="en-US" dirty="0"/>
              <a:t>（字段名 </a:t>
            </a:r>
            <a:r>
              <a:rPr lang="en-US" altLang="zh-CN" dirty="0"/>
              <a:t>+ </a:t>
            </a:r>
            <a:r>
              <a:rPr lang="zh-CN" altLang="en-US" dirty="0"/>
              <a:t>取值枚举），只允许从小小的列表里选值；用 </a:t>
            </a:r>
            <a:r>
              <a:rPr lang="en-US" altLang="zh-CN" dirty="0"/>
              <a:t>few‑shot + </a:t>
            </a:r>
            <a:r>
              <a:rPr lang="zh-CN" altLang="en-US" dirty="0"/>
              <a:t>规范输出格式“示教”；增加“程序级校验与修复”环节</a:t>
            </a:r>
            <a:endParaRPr lang="en-US" altLang="zh-CN" dirty="0"/>
          </a:p>
          <a:p>
            <a:r>
              <a:rPr lang="zh-CN" altLang="en-US" dirty="0"/>
              <a:t>多跳问题：</a:t>
            </a:r>
            <a:r>
              <a:rPr lang="en-US" altLang="zh-CN" dirty="0"/>
              <a:t>relation</a:t>
            </a:r>
            <a:r>
              <a:rPr lang="zh-CN" altLang="en-US" dirty="0"/>
              <a:t>嵌套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1379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7984E-2892-83D9-CC92-528C4FBD3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中间</a:t>
            </a:r>
            <a:r>
              <a:rPr lang="en-US" altLang="zh-CN" dirty="0"/>
              <a:t>IR</a:t>
            </a:r>
            <a:r>
              <a:rPr lang="zh-CN" altLang="en-US" dirty="0"/>
              <a:t>展示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003C76-D544-28EC-8AC5-CAEAA777A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问题</a:t>
            </a:r>
            <a:r>
              <a:rPr lang="en-US" altLang="zh-CN" dirty="0"/>
              <a:t>: What status is the truck to the back of the moving truck?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2B5F646F-D834-30A3-DD48-5DB2A6CC2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1357"/>
            <a:ext cx="5448770" cy="4496642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EE3BEC6F-A6CE-E9AD-8B00-3BE55917D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770" y="2361357"/>
            <a:ext cx="6736313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74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00DFE6-A4B1-EFD2-DDED-BA7CA31D0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C06E1E-A2BC-01C7-4D3D-50A8B177F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11E49BB3-A305-E7B4-E06C-18C5DB46D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66" y="466311"/>
            <a:ext cx="10698068" cy="5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728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91C719-D547-39E7-237A-B749EABA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07A2C1-EF2B-25F9-A575-BFDA79402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91C70AF7-C847-FB10-BCB1-5034BA92A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699" y="0"/>
            <a:ext cx="81106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5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C39B1-70EB-D62B-3A8C-6AA054219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AD18B-B5BA-D654-0DEA-5A0B5C037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E7A4F25D-0B39-BC93-49AF-2BA608423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522" y="0"/>
            <a:ext cx="82189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168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0C2667-F4D9-7C15-E530-DD7D08CC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0CA3E4-045D-8215-93F5-5572911F3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E03DB19A-DCB2-7DDE-0F5A-761A6F371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863" y="480601"/>
            <a:ext cx="7154273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573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2BC22-3228-2A43-8520-A9AB94E93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DC9B02-1A1E-45D7-9E60-8DB6273F2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4087C757-85C0-1FDC-B08B-B6AB83260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051" y="0"/>
            <a:ext cx="102558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750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7083F4-EF8F-3F52-696F-BB7C4362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15FE00-A9AF-72F7-EDAF-A5A7ABD90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EB0B8C-1E46-A2C5-BB64-7B6BD2332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87" y="344042"/>
            <a:ext cx="6030167" cy="704948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28D6D97B-3B3F-6A97-C9F3-F14962A74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87" y="1027906"/>
            <a:ext cx="9196896" cy="557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27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7672D4-1914-44B7-5203-8A39391A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566AB5-42ED-3E25-C0AE-86D3F4BC7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3DEC3AC4-78FB-5091-6401-D744AB7BE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433" y="0"/>
            <a:ext cx="92931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47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642CD-C6D0-037B-3C3F-89C9BC021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A346C2-5E3D-6998-6041-C87CCF829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3684CBCF-9619-CB8C-BE73-F52EAE5AC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470" y="0"/>
            <a:ext cx="88750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510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2C67B-08DC-3D78-C2E5-4F926EB81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Pipeline</a:t>
            </a:r>
            <a:r>
              <a:rPr lang="zh-CN" altLang="en-US" dirty="0"/>
              <a:t>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AD393C-70F8-6E5B-CEF8-7D621C209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问题规范化：处理同义、归类</a:t>
            </a:r>
            <a:endParaRPr lang="en-US" altLang="zh-CN" dirty="0"/>
          </a:p>
          <a:p>
            <a:r>
              <a:rPr lang="zh-CN" altLang="en-US" dirty="0"/>
              <a:t>大模型基于规范化后的问题生成 </a:t>
            </a:r>
            <a:r>
              <a:rPr lang="en-US" altLang="zh-CN" dirty="0"/>
              <a:t>IR</a:t>
            </a:r>
            <a:r>
              <a:rPr lang="zh-CN" altLang="en-US" dirty="0"/>
              <a:t>：</a:t>
            </a:r>
            <a:r>
              <a:rPr lang="en-US" altLang="zh-CN" dirty="0" err="1"/>
              <a:t>QueryPlan</a:t>
            </a:r>
            <a:r>
              <a:rPr lang="en-US" altLang="zh-CN" dirty="0"/>
              <a:t> + </a:t>
            </a:r>
            <a:r>
              <a:rPr lang="en-US" altLang="zh-CN" dirty="0" err="1"/>
              <a:t>ObjectExpr</a:t>
            </a:r>
            <a:r>
              <a:rPr lang="en-US" altLang="zh-CN" dirty="0"/>
              <a:t> + relations[]</a:t>
            </a:r>
          </a:p>
          <a:p>
            <a:r>
              <a:rPr lang="zh-CN" altLang="en-US" dirty="0"/>
              <a:t>程序侧校验 </a:t>
            </a:r>
            <a:r>
              <a:rPr lang="en-US" altLang="zh-CN" dirty="0"/>
              <a:t>IR</a:t>
            </a:r>
            <a:r>
              <a:rPr lang="zh-CN" altLang="en-US" dirty="0"/>
              <a:t>：字段枚举，</a:t>
            </a:r>
            <a:r>
              <a:rPr lang="en-US" altLang="zh-CN" dirty="0" err="1"/>
              <a:t>json</a:t>
            </a:r>
            <a:r>
              <a:rPr lang="zh-CN" altLang="en-US" dirty="0"/>
              <a:t>格式</a:t>
            </a:r>
            <a:endParaRPr lang="en-US" altLang="zh-CN" dirty="0"/>
          </a:p>
          <a:p>
            <a:r>
              <a:rPr lang="en-US" altLang="zh-CN" dirty="0"/>
              <a:t>IR → Cypher</a:t>
            </a:r>
            <a:r>
              <a:rPr lang="zh-CN" altLang="en-US" dirty="0"/>
              <a:t>：程序模板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9820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0D302C-15B9-8408-5D22-18F06918D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第一波修改结果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A6B4E6-B1CF-108D-BE5D-C89BF13CD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006FE80A-1BCC-6E73-420C-D07F04297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0629"/>
            <a:ext cx="7199863" cy="532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29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5D189-0C2A-6DE1-4463-BA10CBD70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7D6756-AA7D-A3BC-6D7D-93DC0C60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第一波修改结果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DD8236-CD61-1391-5BE9-5BE172D88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E84B87B4-FC79-5703-0F88-A913DC541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10" y="1308913"/>
            <a:ext cx="7755804" cy="554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368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8B61A-8880-C6E5-73A8-C1449C92F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25EFA-62CD-676B-4666-14FC2C39A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第一波修改结果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EA381F-55AE-7864-54A4-0861D9D92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4B3E28F6-D2D7-B366-3113-95677A500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0571"/>
            <a:ext cx="12192000" cy="293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848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3EA35-3FB7-DD8E-8B38-87716C9CB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Scene0553-frame8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F6D2D-97D6-2C01-2492-B6C486C8A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Q8</a:t>
            </a:r>
            <a:r>
              <a:rPr lang="zh-CN" altLang="en-US" dirty="0"/>
              <a:t>：</a:t>
            </a:r>
            <a:r>
              <a:rPr lang="en-US" altLang="zh-CN" dirty="0"/>
              <a:t>Is the status of the bus to the back right of the not standing pedestrian the same as the bus that is to the front of the stopped trailer?</a:t>
            </a:r>
          </a:p>
          <a:p>
            <a:r>
              <a:rPr lang="en-US" altLang="zh-CN" dirty="0"/>
              <a:t>  A8</a:t>
            </a:r>
            <a:r>
              <a:rPr lang="zh-CN" altLang="en-US" dirty="0"/>
              <a:t>：</a:t>
            </a:r>
            <a:r>
              <a:rPr lang="en-US" altLang="zh-CN" dirty="0"/>
              <a:t>yes</a:t>
            </a:r>
          </a:p>
          <a:p>
            <a:endParaRPr lang="en-US" altLang="zh-CN" dirty="0"/>
          </a:p>
          <a:p>
            <a:r>
              <a:rPr lang="en-US" altLang="zh-CN" dirty="0"/>
              <a:t>Q5</a:t>
            </a:r>
            <a:r>
              <a:rPr lang="zh-CN" altLang="en-US" dirty="0"/>
              <a:t>：</a:t>
            </a:r>
            <a:r>
              <a:rPr lang="en-US" altLang="zh-CN" dirty="0"/>
              <a:t>What number of other things are there of the same status as the trailer?</a:t>
            </a:r>
          </a:p>
          <a:p>
            <a:r>
              <a:rPr lang="en-US" altLang="zh-CN" dirty="0"/>
              <a:t>A5</a:t>
            </a:r>
            <a:r>
              <a:rPr lang="zh-CN" altLang="en-US" dirty="0"/>
              <a:t>：</a:t>
            </a:r>
            <a:r>
              <a:rPr lang="en-US" altLang="zh-CN" dirty="0"/>
              <a:t>8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0541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E2BFF-C3F4-150F-1A8D-A2E13C01F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D748EF-DC9D-0C58-C914-4C5E6A5DC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FED0A326-AB55-4E08-4BE6-E4F909BD8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67235" cy="6858000"/>
          </a:xfrm>
          <a:prstGeom prst="rect">
            <a:avLst/>
          </a:prstGeom>
        </p:spPr>
      </p:pic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348B671A-4E41-C251-4178-B08822140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044" y="0"/>
            <a:ext cx="74949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748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2C4B99-0D98-E23A-7FAA-BAC8ABB3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745A67-44DA-151A-C0CA-F46B24189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D48177D8-7A2E-5BCE-3054-6632F5031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470" y="0"/>
            <a:ext cx="68750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98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CFC8A-AC81-2238-AB10-E85BD6409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6D8143-F183-CED6-5FF5-4A9A7CB75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D03B15B4-0224-CB70-73E9-03B1C8B4A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580" y="0"/>
            <a:ext cx="68908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4520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38F54-8245-A204-38C1-F0339C6B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D95FB-8C3D-E3DB-57D5-4EF648070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FA5EB40A-FD88-4074-7F80-47F691645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18" y="299601"/>
            <a:ext cx="11202963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5888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FE4CA-75BB-AF80-75BE-2B785047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4749AB-E7DB-F14E-97E7-A7AA98D0F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Retry</a:t>
            </a:r>
          </a:p>
          <a:p>
            <a:r>
              <a:rPr lang="zh-CN" altLang="en-US"/>
              <a:t>每个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96895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5CCC00-B9A0-D6F2-9297-D713C2C85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最奇怪的一题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880A09-C616-96E2-CEA0-759F01154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视野、距离，没给提示但是答案是这样设计的</a:t>
            </a:r>
          </a:p>
        </p:txBody>
      </p:sp>
      <p:pic>
        <p:nvPicPr>
          <p:cNvPr id="5" name="图片 4" descr="图片包含 表格&#10;&#10;AI 生成的内容可能不正确。">
            <a:extLst>
              <a:ext uri="{FF2B5EF4-FFF2-40B4-BE49-F238E27FC236}">
                <a16:creationId xmlns:a16="http://schemas.microsoft.com/office/drawing/2014/main" id="{DEBFDE91-3EFA-AA13-75D5-C2B24287F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39" y="2607862"/>
            <a:ext cx="11079121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44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2391</TotalTime>
  <Words>570</Words>
  <Application>Microsoft Office PowerPoint</Application>
  <PresentationFormat>宽屏</PresentationFormat>
  <Paragraphs>44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8" baseType="lpstr">
      <vt:lpstr>等线</vt:lpstr>
      <vt:lpstr>等线 Light</vt:lpstr>
      <vt:lpstr>Arial</vt:lpstr>
      <vt:lpstr>Office 主题​​</vt:lpstr>
      <vt:lpstr>多跳失败案例</vt:lpstr>
      <vt:lpstr>多跳失败案例</vt:lpstr>
      <vt:lpstr>多跳失败案例</vt:lpstr>
      <vt:lpstr>多跳失败案例</vt:lpstr>
      <vt:lpstr>多跳失败案例</vt:lpstr>
      <vt:lpstr>多跳失败案例</vt:lpstr>
      <vt:lpstr>工作路径</vt:lpstr>
      <vt:lpstr>工作路径</vt:lpstr>
      <vt:lpstr>工作路径</vt:lpstr>
      <vt:lpstr>PowerPoint 演示文稿</vt:lpstr>
      <vt:lpstr>PowerPoint 演示文稿</vt:lpstr>
      <vt:lpstr>PowerPoint 演示文稿</vt:lpstr>
      <vt:lpstr>Cypher错误拼接，并非无法理解</vt:lpstr>
      <vt:lpstr>多跳失败分析</vt:lpstr>
      <vt:lpstr>中间IR展示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Pipeline流程</vt:lpstr>
      <vt:lpstr>第一波修改结果</vt:lpstr>
      <vt:lpstr>第一波修改结果</vt:lpstr>
      <vt:lpstr>第一波修改结果</vt:lpstr>
      <vt:lpstr>Scene0553-frame8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最奇怪的一题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yunyang wan</dc:creator>
  <cp:lastModifiedBy>yunyang wan</cp:lastModifiedBy>
  <cp:revision>33</cp:revision>
  <dcterms:created xsi:type="dcterms:W3CDTF">2026-01-20T06:19:26Z</dcterms:created>
  <dcterms:modified xsi:type="dcterms:W3CDTF">2026-02-12T12:58:28Z</dcterms:modified>
</cp:coreProperties>
</file>