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5" r:id="rId4"/>
    <p:sldId id="284" r:id="rId5"/>
    <p:sldId id="279" r:id="rId6"/>
    <p:sldId id="268" r:id="rId7"/>
    <p:sldId id="258" r:id="rId8"/>
    <p:sldId id="257" r:id="rId9"/>
    <p:sldId id="260" r:id="rId10"/>
    <p:sldId id="266" r:id="rId11"/>
    <p:sldId id="267" r:id="rId12"/>
    <p:sldId id="280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1" r:id="rId24"/>
    <p:sldId id="261" r:id="rId25"/>
    <p:sldId id="264" r:id="rId26"/>
    <p:sldId id="265" r:id="rId27"/>
    <p:sldId id="259" r:id="rId28"/>
    <p:sldId id="262" r:id="rId29"/>
    <p:sldId id="28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91CF9-6D1B-9C0C-CF25-0C85782FC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E59FE5-D968-77C0-F575-FEF462821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66FB0A-FCF9-EC75-FC64-4A40A0514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A1CC3E-43ED-BFF0-1A15-5B364BC5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4C064-2FA0-EC88-BD5A-F0D941AA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306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1B06D-C55A-6089-29FD-6F9CEF48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2415EC-3A9D-4439-A788-096DFDB05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C4F6C7-A736-AF35-C586-FD13C7A8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178E3-AD16-FA17-16E8-B3E5D80C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DF3A3E-D618-5F98-2CF0-78E727F83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092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1B899-067C-904E-B18B-AB14047E0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92FA1E-35B0-3E89-D4FB-C118D283A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4364DE-4C9C-D609-7AFB-01857947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2A656-BE78-3206-7157-D3F0B0308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572F1A-E886-2634-6925-7A107118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423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37C6D-2795-B4AB-FB61-CFDDFC1E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E827C3-BCA2-3E52-60B1-E082B2668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077E8F-36B3-9797-AF67-6575B8FAC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4EC514-83BB-E9AA-62F1-7EFB1A578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42B5B1-32D0-F547-F935-520A8A408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9BF4F0-FDF4-B7DB-20CF-D4F58C8A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6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234E6-097E-197E-F156-68D56B34D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EDE56C-F8C8-8555-371A-3DBFE85C1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2CD629-3FCC-0DB1-FADE-A0B56198F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A199F9-B4DD-70E3-70DA-5E0030B55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6C6370-DDEE-1029-0071-6E4468499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C81AAE-36AE-3011-92F0-1DC5FC96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9411B4-7DFB-7BB1-673D-38567E157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34C6DF-012D-CF7E-0257-B5CC7AFA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94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0ECFC-BE91-9CFC-A109-531627628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0B4287-CCBB-3B30-F12B-A28D9F415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9165C4-6D09-7C2C-4015-8C2A2F08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AEA789-E299-64B3-FC93-D0D7F0C9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065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09DC8E-3833-2196-67EA-27F83029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CF0176-6913-3D13-5EAA-A8D779542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58803B-EC25-002A-D22C-67B116BB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07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EB6A7-9907-A0AB-19C5-3BA944ACD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6A288A-CF4C-FF4F-0897-6C2E8DC11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FB66D9-2CC8-6608-DED2-E426F34B3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DCB050-5643-B069-D09F-25DFAD07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22D151-9F95-99C5-1861-6A9C243B9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16960A-9D4A-CB62-A362-AD8F607D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71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7266E-4750-0BDC-E389-FDA02DAE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2647083-F1F5-9886-B7DC-C1847E31D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9EA200-2928-B40B-754C-858D2F3BE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6D2DEA-F375-A2DB-4041-7268F3E2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BF651A-A9DA-D386-F491-E610C259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5DF7E5-5D1A-3975-6A31-6EC2594D6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547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82B8B-F464-1C31-8AAB-B7AE03601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30360-3194-B98F-7FB2-7B2D3E016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47C716-DDB6-B8E5-1478-DC235EA9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BDC122-1D4B-7E9B-3C14-7859699D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EC1FA1-7CDF-7C77-73F9-81629384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64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F0D176B-3776-C0B4-6EC3-BAC5E1F85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055AB0-2513-B74D-B574-AAA8EAFC9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6FF3B5-BBD0-A4CF-B5C8-B7E2CBE91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C83E66-8A16-3F89-4842-DF31E3D6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A90675-5FA3-84B4-33BC-19B8DB70D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7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198CD5-878F-3470-FD20-7642E305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F15583-6CAA-F352-8401-C7531F1E1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5E100F-A4EC-63F8-4056-300ADFA22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89BBF-3FD7-4879-8A15-7240D2477602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2523D8-1097-052A-1360-E3A9BDEA6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D0D1BD-EED0-C3FB-759C-D292FB82F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F9EDF-F7CE-4E38-BEC9-142D3F041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13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86975-B6C9-737F-C35F-08A58535F4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覆盖率优化、问答对生成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E9D31E-C575-D260-1DB6-8CE4B5FFED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47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88955-BC74-E871-FE94-260792F1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5D0C58-7EBA-A645-FEEA-2251D4E07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覆盖可以到百，</a:t>
            </a:r>
            <a:r>
              <a:rPr lang="en-US" altLang="zh-CN" dirty="0"/>
              <a:t>L0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分开生成</a:t>
            </a:r>
            <a:endParaRPr lang="en-US" altLang="zh-CN" dirty="0"/>
          </a:p>
          <a:p>
            <a:r>
              <a:rPr lang="zh-CN" altLang="en-US" dirty="0"/>
              <a:t>覆盖为导向：</a:t>
            </a:r>
            <a:r>
              <a:rPr lang="en-US" altLang="zh-CN" dirty="0"/>
              <a:t>Goal</a:t>
            </a:r>
            <a:r>
              <a:rPr lang="zh-CN" altLang="en-US" dirty="0"/>
              <a:t>（</a:t>
            </a:r>
            <a:r>
              <a:rPr lang="en-US" altLang="zh-CN" dirty="0"/>
              <a:t>L0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），候选集（未覆盖到的节点、边、边对），测试预算（生成</a:t>
            </a:r>
            <a:r>
              <a:rPr lang="en-US" altLang="zh-CN" dirty="0"/>
              <a:t>n</a:t>
            </a:r>
            <a:r>
              <a:rPr lang="zh-CN" altLang="en-US" dirty="0"/>
              <a:t>个问题或者覆盖率达到多少→），打乱候选集，再逐个调用信息进行生成，得到满足需求的测试套件</a:t>
            </a:r>
            <a:endParaRPr lang="en-US" altLang="zh-CN" dirty="0"/>
          </a:p>
          <a:p>
            <a:r>
              <a:rPr lang="zh-CN" altLang="en-US" dirty="0"/>
              <a:t>只要满足覆盖率提升，问题类型可以随机</a:t>
            </a:r>
            <a:endParaRPr lang="en-US" altLang="zh-CN" dirty="0"/>
          </a:p>
          <a:p>
            <a:r>
              <a:rPr lang="zh-CN" altLang="en-US" dirty="0"/>
              <a:t>模板： 库补充：先让大模型对原</a:t>
            </a:r>
            <a:r>
              <a:rPr lang="en-US" altLang="zh-CN" dirty="0"/>
              <a:t>QA</a:t>
            </a:r>
            <a:r>
              <a:rPr lang="zh-CN" altLang="en-US" dirty="0"/>
              <a:t>进行类型总结，再进行难度分级。四级结构：</a:t>
            </a:r>
            <a:r>
              <a:rPr lang="en-US" altLang="zh-CN" dirty="0"/>
              <a:t>L</a:t>
            </a:r>
            <a:r>
              <a:rPr lang="zh-CN" altLang="en-US" dirty="0"/>
              <a:t>、类型、大样子、变体。用足够的模板库替代大模型生成</a:t>
            </a:r>
            <a:endParaRPr lang="en-US" altLang="zh-CN" dirty="0"/>
          </a:p>
          <a:p>
            <a:r>
              <a:rPr lang="zh-CN" altLang="en-US" dirty="0"/>
              <a:t>动态多帧：看能不能通过单帧的位置信息判断停或动。实在不行就剪掉这个第三级</a:t>
            </a:r>
          </a:p>
        </p:txBody>
      </p:sp>
    </p:spTree>
    <p:extLst>
      <p:ext uri="{BB962C8B-B14F-4D97-AF65-F5344CB8AC3E}">
        <p14:creationId xmlns:p14="http://schemas.microsoft.com/office/powerpoint/2010/main" val="321309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E3FA6-541F-C1BD-054B-9CC9B715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BA2A56-B1A9-020B-9D02-A9B9E2BD0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Retry</a:t>
            </a:r>
            <a:r>
              <a:rPr lang="zh-CN" altLang="en-US" dirty="0"/>
              <a:t>做不对的单独放到一个文件里统计。覆盖率、生成问题里不含这些存疑题</a:t>
            </a:r>
            <a:endParaRPr lang="en-US" altLang="zh-CN" dirty="0"/>
          </a:p>
          <a:p>
            <a:r>
              <a:rPr lang="en-US" altLang="zh-CN" dirty="0"/>
              <a:t>Cypher</a:t>
            </a:r>
            <a:r>
              <a:rPr lang="zh-CN" altLang="en-US" dirty="0"/>
              <a:t>→涉及的边：</a:t>
            </a:r>
            <a:r>
              <a:rPr lang="en-US" altLang="zh-CN" dirty="0"/>
              <a:t>cypher</a:t>
            </a:r>
            <a:r>
              <a:rPr lang="zh-CN" altLang="en-US" dirty="0"/>
              <a:t>本身语法功能直接返回涉及量，大模型第二轮进行</a:t>
            </a:r>
            <a:r>
              <a:rPr lang="en-US" altLang="zh-CN" dirty="0"/>
              <a:t>cypher</a:t>
            </a:r>
            <a:r>
              <a:rPr lang="zh-CN" altLang="en-US" dirty="0"/>
              <a:t>改写，大模型一步到位，改进正则</a:t>
            </a:r>
            <a:endParaRPr lang="en-US" altLang="zh-CN" dirty="0"/>
          </a:p>
          <a:p>
            <a:r>
              <a:rPr lang="en-US" altLang="zh-CN" dirty="0"/>
              <a:t>3dbox</a:t>
            </a:r>
            <a:r>
              <a:rPr lang="zh-CN" altLang="en-US" dirty="0"/>
              <a:t>打标，相邻同色框保证颜色不同便于区分</a:t>
            </a:r>
            <a:endParaRPr lang="en-US" altLang="zh-CN" dirty="0"/>
          </a:p>
          <a:p>
            <a:r>
              <a:rPr lang="zh-CN" altLang="en-US" dirty="0"/>
              <a:t>技术路线</a:t>
            </a:r>
            <a:r>
              <a:rPr lang="en-US" altLang="zh-CN" dirty="0"/>
              <a:t>ppt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8540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CD9DD-32B7-0E07-FB4E-DC890EC6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B09D06-69B5-C3B6-F648-5CF2AFEC5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E0C3058C-B80B-DE30-4582-DDCABFA13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22" y="0"/>
            <a:ext cx="11762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4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15B51-B7C1-2955-6919-1555541C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目前进度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FD3B39-6422-AE1D-CF1C-9ADDCF99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可以做到问题生成</a:t>
            </a:r>
            <a:endParaRPr lang="en-US" altLang="zh-CN" dirty="0"/>
          </a:p>
          <a:p>
            <a:r>
              <a:rPr lang="zh-CN" altLang="en-US" dirty="0"/>
              <a:t>覆盖率测试：</a:t>
            </a:r>
            <a:r>
              <a:rPr lang="en-US" altLang="zh-CN" dirty="0"/>
              <a:t>L2</a:t>
            </a:r>
            <a:r>
              <a:rPr lang="zh-CN" altLang="en-US" dirty="0"/>
              <a:t>更新完成（子图里找二连边）、筛选和未筛选两种模式设置好了</a:t>
            </a:r>
            <a:endParaRPr lang="en-US" altLang="zh-CN" dirty="0"/>
          </a:p>
          <a:p>
            <a:r>
              <a:rPr lang="zh-CN" altLang="en-US" dirty="0"/>
              <a:t>选项生成器做好了</a:t>
            </a:r>
            <a:endParaRPr lang="en-US" altLang="zh-CN" dirty="0"/>
          </a:p>
          <a:p>
            <a:r>
              <a:rPr lang="zh-CN" altLang="en-US" dirty="0"/>
              <a:t>整体流程基本清楚</a:t>
            </a:r>
            <a:endParaRPr lang="en-US" altLang="zh-CN" dirty="0"/>
          </a:p>
          <a:p>
            <a:r>
              <a:rPr lang="zh-CN" altLang="en-US" dirty="0"/>
              <a:t>目前问题答案是大模型通过规范的引导</a:t>
            </a:r>
            <a:r>
              <a:rPr lang="en-US" altLang="zh-CN" dirty="0"/>
              <a:t>prompt</a:t>
            </a:r>
            <a:r>
              <a:rPr lang="zh-CN" altLang="en-US" dirty="0"/>
              <a:t>提出来的，后期可以加一个</a:t>
            </a:r>
            <a:r>
              <a:rPr lang="en-US" altLang="zh-CN" dirty="0" err="1"/>
              <a:t>VQApipeline</a:t>
            </a:r>
            <a:r>
              <a:rPr lang="zh-CN" altLang="en-US" dirty="0"/>
              <a:t>验证答案</a:t>
            </a:r>
            <a:endParaRPr lang="en-US" altLang="zh-CN" dirty="0"/>
          </a:p>
          <a:p>
            <a:r>
              <a:rPr lang="zh-CN" altLang="en-US" dirty="0"/>
              <a:t>覆盖率数据更新和循环的过程还没构建好</a:t>
            </a:r>
          </a:p>
        </p:txBody>
      </p:sp>
    </p:spTree>
    <p:extLst>
      <p:ext uri="{BB962C8B-B14F-4D97-AF65-F5344CB8AC3E}">
        <p14:creationId xmlns:p14="http://schemas.microsoft.com/office/powerpoint/2010/main" val="1544079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CBA2D2-7104-AD3B-49E8-3D48C46B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152CF-904D-91E0-702C-3B3F1AE07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覆盖率分析 → 识别缺口 → 针对性生成 → 覆盖率更新 → 循环</a:t>
            </a:r>
          </a:p>
        </p:txBody>
      </p:sp>
    </p:spTree>
    <p:extLst>
      <p:ext uri="{BB962C8B-B14F-4D97-AF65-F5344CB8AC3E}">
        <p14:creationId xmlns:p14="http://schemas.microsoft.com/office/powerpoint/2010/main" val="219466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EB624-43DE-955E-59DE-DDCFA1CE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2C2238-C1B5-B0ED-9245-5049DFB3D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FA2EA28-9A08-C8C4-E058-51560F0BB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38" y="123364"/>
            <a:ext cx="6306430" cy="3305636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0FC5382B-7856-796E-AE9C-AC2528A8B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276" y="2920501"/>
            <a:ext cx="5906324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9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EDF57-52F1-A3FC-3663-C4C8DD898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关于生成问题的一些标准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AD5DA3-181B-AB95-45E9-D65AFDAC6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Source Frame</a:t>
            </a:r>
            <a:r>
              <a:rPr lang="zh-CN" altLang="en-US" dirty="0"/>
              <a:t>优先：所有方向描述基于被描述对象的朝向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六相机映射：每个对象会标注其在哪个相机视图可见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精确对象</a:t>
            </a:r>
            <a:r>
              <a:rPr lang="en-US" altLang="zh-CN" dirty="0"/>
              <a:t>ID</a:t>
            </a:r>
            <a:r>
              <a:rPr lang="zh-CN" altLang="en-US" dirty="0"/>
              <a:t>：问题中必须包含如 </a:t>
            </a:r>
            <a:r>
              <a:rPr lang="en-US" altLang="zh-CN" dirty="0"/>
              <a:t>car1, pedestrian2 </a:t>
            </a:r>
            <a:r>
              <a:rPr lang="zh-CN" altLang="en-US" dirty="0"/>
              <a:t>的精确</a:t>
            </a:r>
            <a:r>
              <a:rPr lang="en-US" altLang="zh-CN" dirty="0"/>
              <a:t>ID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参照</a:t>
            </a:r>
            <a:r>
              <a:rPr lang="en-US" altLang="zh-CN" dirty="0" err="1"/>
              <a:t>NuScenesQA</a:t>
            </a:r>
            <a:r>
              <a:rPr lang="zh-CN" altLang="en-US" dirty="0"/>
              <a:t>问题类型：</a:t>
            </a:r>
            <a:r>
              <a:rPr lang="en-US" altLang="zh-CN" dirty="0"/>
              <a:t>5</a:t>
            </a:r>
            <a:r>
              <a:rPr lang="zh-CN" altLang="en-US" dirty="0"/>
              <a:t>种类型（</a:t>
            </a:r>
            <a:r>
              <a:rPr lang="en-US" altLang="zh-CN" dirty="0"/>
              <a:t>exist, count, status, object, comparison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8320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24144-6754-5DCB-D336-402AE2CA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覆盖率计算</a:t>
            </a:r>
            <a:r>
              <a:rPr lang="en-US" altLang="zh-CN" dirty="0"/>
              <a:t>-</a:t>
            </a:r>
            <a:r>
              <a:rPr lang="zh-CN" altLang="en-US" dirty="0"/>
              <a:t>筛选和不筛选两种模式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5165C8-2CD7-569D-CE5A-72004E7F3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0D9F27F-96E9-4725-DC77-7EF72DC1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18" y="1752759"/>
            <a:ext cx="10387748" cy="510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5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8A99F-3B4D-FCB9-F89B-EEF765FF8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57</a:t>
            </a:r>
            <a:r>
              <a:rPr lang="zh-CN" altLang="en-US" dirty="0"/>
              <a:t>个标准模板</a:t>
            </a:r>
            <a:r>
              <a:rPr lang="en-US" altLang="zh-CN" dirty="0"/>
              <a:t>-</a:t>
            </a:r>
            <a:r>
              <a:rPr lang="zh-CN" altLang="en-US" dirty="0"/>
              <a:t>难度分类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76CCA-4E1C-EAA9-BF4F-B194D434C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7BC568E9-9CD3-E483-F7F4-FCF521FBA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9166"/>
            <a:ext cx="12192000" cy="227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42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6669C-63EF-4428-9174-C5846A4B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57</a:t>
            </a:r>
            <a:r>
              <a:rPr lang="zh-CN" altLang="en-US" dirty="0"/>
              <a:t>个标准模板</a:t>
            </a:r>
            <a:r>
              <a:rPr lang="en-US" altLang="zh-CN" dirty="0"/>
              <a:t>-</a:t>
            </a:r>
            <a:r>
              <a:rPr lang="zh-CN" altLang="en-US" dirty="0"/>
              <a:t>题型分类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36FBBC-3099-FB8A-C3EB-36D1C2231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86F1B5A0-2120-EF10-EEA7-1C9FF4A0C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14" y="1426360"/>
            <a:ext cx="7179446" cy="543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7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8AB2-9D7A-0F7E-05B5-001EDCD7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925DD-E391-B944-BFD4-81BAC8A5E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57</a:t>
            </a:r>
            <a:r>
              <a:rPr lang="zh-CN" altLang="en-US" dirty="0"/>
              <a:t>个标准模板</a:t>
            </a:r>
            <a:r>
              <a:rPr lang="en-US" altLang="zh-CN" dirty="0"/>
              <a:t>-</a:t>
            </a:r>
            <a:r>
              <a:rPr lang="zh-CN" altLang="en-US" dirty="0"/>
              <a:t>题型分类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3CCA8-21B2-DCE6-D7CC-3593CF8EB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AC982F54-AA0E-CD16-F62B-B0449EC7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099"/>
            <a:ext cx="12192000" cy="363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14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3192F-1F69-DF6B-BE1B-F2AFCDC9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识别缺口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D8FCC2-1D80-CB6E-1A05-042079197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AED70630-CF97-6A73-B72A-D8950209B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14" y="1825625"/>
            <a:ext cx="5685657" cy="510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0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121B-52A4-844E-3774-B3E045B5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0DF75-0EE4-591E-235C-D6FD63FC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识别缺口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E95B9-B040-DE8B-B79B-2AF143323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输入场景图全集和已测集</a:t>
            </a:r>
            <a:endParaRPr lang="en-US" altLang="zh-CN" dirty="0"/>
          </a:p>
          <a:p>
            <a:r>
              <a:rPr lang="zh-CN" altLang="en-US" dirty="0"/>
              <a:t>返回低覆盖对象、缺失关系、稀有模式</a:t>
            </a:r>
            <a:r>
              <a:rPr lang="en-US" altLang="zh-CN" dirty="0"/>
              <a:t>/</a:t>
            </a:r>
            <a:r>
              <a:rPr lang="zh-CN" altLang="en-US" dirty="0"/>
              <a:t>长尾场景</a:t>
            </a:r>
            <a:endParaRPr lang="en-US" altLang="zh-CN" dirty="0"/>
          </a:p>
          <a:p>
            <a:r>
              <a:rPr lang="zh-CN" altLang="en-US" dirty="0"/>
              <a:t>对象覆盖 </a:t>
            </a:r>
            <a:r>
              <a:rPr lang="en-US" altLang="zh-CN" dirty="0"/>
              <a:t>(Object Coverage) - </a:t>
            </a:r>
            <a:r>
              <a:rPr lang="zh-CN" altLang="en-US" dirty="0"/>
              <a:t>基于“频次阈值”</a:t>
            </a:r>
            <a:endParaRPr lang="en-US" altLang="zh-CN" dirty="0"/>
          </a:p>
          <a:p>
            <a:r>
              <a:rPr lang="zh-CN" altLang="en-US" dirty="0"/>
              <a:t>空间关系覆盖 </a:t>
            </a:r>
            <a:r>
              <a:rPr lang="en-US" altLang="zh-CN" dirty="0"/>
              <a:t>(Spatial Relations) - </a:t>
            </a:r>
            <a:r>
              <a:rPr lang="zh-CN" altLang="en-US" dirty="0"/>
              <a:t>基于“边遍历”</a:t>
            </a:r>
            <a:endParaRPr lang="en-US" altLang="zh-CN" dirty="0"/>
          </a:p>
          <a:p>
            <a:r>
              <a:rPr lang="zh-CN" altLang="en-US" dirty="0"/>
              <a:t>模式覆盖 </a:t>
            </a:r>
            <a:r>
              <a:rPr lang="en-US" altLang="zh-CN" dirty="0"/>
              <a:t>(Pattern Coverage) - </a:t>
            </a:r>
            <a:r>
              <a:rPr lang="zh-CN" altLang="en-US" dirty="0"/>
              <a:t>基于“语义组合”</a:t>
            </a: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DDD5702A-B9BA-D21D-7BCF-67B327C1F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15" y="4343868"/>
            <a:ext cx="4008185" cy="251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09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1D00F-6EBD-D044-240D-77A5E5D6B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方向选择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4DDCA9-C692-175E-7F1B-CBFDF4BD3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全量排序：</a:t>
            </a:r>
            <a:r>
              <a:rPr lang="en-US" altLang="zh-CN" dirty="0"/>
              <a:t>sorted() </a:t>
            </a:r>
            <a:r>
              <a:rPr lang="zh-CN" altLang="en-US" dirty="0"/>
              <a:t>把所有物体按覆盖次数从小到大排好队。</a:t>
            </a:r>
            <a:endParaRPr lang="en-US" altLang="zh-CN" dirty="0"/>
          </a:p>
          <a:p>
            <a:r>
              <a:rPr lang="zh-CN" altLang="en-US" dirty="0"/>
              <a:t>锁定最小值：取出排在第一位的那个覆盖次数（比如 </a:t>
            </a:r>
            <a:r>
              <a:rPr lang="en-US" altLang="zh-CN" dirty="0"/>
              <a:t>0 </a:t>
            </a:r>
            <a:r>
              <a:rPr lang="zh-CN" altLang="en-US" dirty="0"/>
              <a:t>或 </a:t>
            </a:r>
            <a:r>
              <a:rPr lang="en-US" altLang="zh-CN" dirty="0"/>
              <a:t>1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筛选候选集：遍历列表，把所有等于这个最小值的物体都挑出来（比如有 </a:t>
            </a:r>
            <a:r>
              <a:rPr lang="en-US" altLang="zh-CN" dirty="0"/>
              <a:t>5 </a:t>
            </a:r>
            <a:r>
              <a:rPr lang="zh-CN" altLang="en-US" dirty="0"/>
              <a:t>个物体都是 </a:t>
            </a:r>
            <a:r>
              <a:rPr lang="en-US" altLang="zh-CN" dirty="0"/>
              <a:t>0 </a:t>
            </a:r>
            <a:r>
              <a:rPr lang="zh-CN" altLang="en-US" dirty="0"/>
              <a:t>次）。</a:t>
            </a:r>
            <a:endParaRPr lang="en-US" altLang="zh-CN" dirty="0"/>
          </a:p>
          <a:p>
            <a:r>
              <a:rPr lang="zh-CN" altLang="en-US" dirty="0"/>
              <a:t>组内随机：在这 </a:t>
            </a:r>
            <a:r>
              <a:rPr lang="en-US" altLang="zh-CN" dirty="0"/>
              <a:t>5 </a:t>
            </a:r>
            <a:r>
              <a:rPr lang="zh-CN" altLang="en-US" dirty="0"/>
              <a:t>个候选物体里随机选一个。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1C7C3E47-5A02-3B37-850F-417B95E58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368" y="3298756"/>
            <a:ext cx="4299930" cy="345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05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2E32D-9DF3-C29D-99E6-156DC735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问题生成流水线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270AF8-D873-37B6-5F18-244C26E9E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DA37FD00-320C-4D45-DF66-F8EC734F5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467849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76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BF46C-DE91-EFFA-2BDC-6ABE0FE32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00F08-557F-9100-ADAB-8382BC56E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问题生成流水线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74D26-BA6C-3BA6-D88E-FD3619B31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F76EA495-02CF-13E9-A1A2-F981EC1A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231013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04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16D92-B318-713B-34BB-EE5F22BE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27CF8-DA71-9AA8-CB4F-FB74D9755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问题生成流水线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1B52C-055D-5BCC-EA96-938865E2E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图形用户界面, 文本&#10;&#10;AI 生成的内容可能不正确。">
            <a:extLst>
              <a:ext uri="{FF2B5EF4-FFF2-40B4-BE49-F238E27FC236}">
                <a16:creationId xmlns:a16="http://schemas.microsoft.com/office/drawing/2014/main" id="{A30D9B15-9F90-78BB-3F03-F86993ADA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2" y="2009577"/>
            <a:ext cx="10469436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68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03CC-186F-74C3-B5B6-0A7D9F26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7BC1D-E3FA-E60E-DE7A-C587F9BF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问题生成流水线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15A2E7-1E3A-3440-836A-18776CE79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E0FBC71-E29C-5CC7-3192-5296A963F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76" y="1505311"/>
            <a:ext cx="10974332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67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F000-0433-FE95-D203-C0277429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C9598-8FDF-3E91-2F83-E78733F9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问题生成流水线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22FD3F-02A2-1F57-02AE-A1ABD2534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63C1B3F8-5750-3CE2-0BBC-51F70B214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1471339"/>
            <a:ext cx="11136279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41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058C4-6E45-EEA3-5D0F-1F916940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3FAB1-6479-A46F-796E-E292A184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问题生成流水线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A9727A-5464-866D-3A78-6D2DB3365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9E1BEFE2-C514-E049-B894-7F2C5F4C8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60" y="1301856"/>
            <a:ext cx="9926435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12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5676-7A35-2D6B-3B02-4E8F7CCD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D483D3-B96D-B2F7-6E1A-7B6C9699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问题生成流水线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79C06D-268D-B65D-6D1A-CEFD52A2F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4D7D3674-3A1D-CC36-1434-4788A6048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8" y="1761892"/>
            <a:ext cx="11021963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375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B4B14-6F02-41D1-627C-7C68B43E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问题生成效果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4B45AC-CB61-ED2C-502D-47473DDD8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D0D73F14-7793-60DC-8DF4-81400E781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977" y="266917"/>
            <a:ext cx="7665003" cy="617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51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44044-446D-0655-6D56-74E8E836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可见度定义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DAD930-FC91-B11C-93C9-9A343B745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14F77DB3-2DB5-74A7-E100-E9B6149BA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18" y="1476102"/>
            <a:ext cx="11926964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97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54FB1-1896-D92D-FCEE-36F9706D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覆盖率信息存储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9DA46D-0330-28BD-67E5-503716636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Neo4j</a:t>
            </a:r>
            <a:r>
              <a:rPr lang="zh-CN" altLang="en-US" dirty="0"/>
              <a:t>中添加覆盖率属性还是独立的覆盖率数据库？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6804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1527A-3D06-AA09-0737-1988461A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问题生成模式？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F75041-96F2-9E86-A4BA-B60ADD80B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是以预设五六十种模板为主，让大模型填空</a:t>
            </a:r>
            <a:endParaRPr lang="en-US" altLang="zh-CN" dirty="0"/>
          </a:p>
          <a:p>
            <a:r>
              <a:rPr lang="zh-CN" altLang="en-US" dirty="0"/>
              <a:t>还是以大模型为主，告诉他题集里稀缺的问题类型和没覆盖的对象以及需要的难度等级，让他自由发挥，模板提供思路</a:t>
            </a:r>
          </a:p>
        </p:txBody>
      </p:sp>
    </p:spTree>
    <p:extLst>
      <p:ext uri="{BB962C8B-B14F-4D97-AF65-F5344CB8AC3E}">
        <p14:creationId xmlns:p14="http://schemas.microsoft.com/office/powerpoint/2010/main" val="7126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970D9-A742-7CDE-72C9-D1CFDC26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cv</a:t>
            </a:r>
            <a:r>
              <a:rPr lang="zh-CN" altLang="en-US" dirty="0"/>
              <a:t>模型能通过一帧的图片判断静或动的状态吗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AA6C92-0B7C-A781-6513-450446334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给前后多帧信息</a:t>
            </a:r>
          </a:p>
        </p:txBody>
      </p:sp>
    </p:spTree>
    <p:extLst>
      <p:ext uri="{BB962C8B-B14F-4D97-AF65-F5344CB8AC3E}">
        <p14:creationId xmlns:p14="http://schemas.microsoft.com/office/powerpoint/2010/main" val="3463489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15476-F983-73B6-0311-573A91238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94" y="352851"/>
            <a:ext cx="10515600" cy="1325563"/>
          </a:xfrm>
        </p:spPr>
        <p:txBody>
          <a:bodyPr/>
          <a:lstStyle/>
          <a:p>
            <a:r>
              <a:rPr lang="zh-CN" altLang="en-US" dirty="0"/>
              <a:t>一个物体在多个方位都存在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F76F31-B81C-B52A-F21E-E83274EF9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让</a:t>
            </a:r>
            <a:r>
              <a:rPr lang="en-US" altLang="zh-CN" dirty="0"/>
              <a:t>CV</a:t>
            </a:r>
            <a:r>
              <a:rPr lang="zh-CN" altLang="en-US" dirty="0"/>
              <a:t>模型遍历六相机视图，自己去找符合答案的信息</a:t>
            </a:r>
          </a:p>
        </p:txBody>
      </p:sp>
    </p:spTree>
    <p:extLst>
      <p:ext uri="{BB962C8B-B14F-4D97-AF65-F5344CB8AC3E}">
        <p14:creationId xmlns:p14="http://schemas.microsoft.com/office/powerpoint/2010/main" val="3164605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061FC-2F63-8A47-808A-7E4832E9B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BE6946-93A8-ECE6-8694-F9C0F1F00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背景图案&#10;&#10;AI 生成的内容可能不正确。">
            <a:extLst>
              <a:ext uri="{FF2B5EF4-FFF2-40B4-BE49-F238E27FC236}">
                <a16:creationId xmlns:a16="http://schemas.microsoft.com/office/drawing/2014/main" id="{7035B463-C4BD-ADCF-15B8-55D601FA9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4107"/>
            <a:ext cx="12192000" cy="156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1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679</Words>
  <Application>Microsoft Office PowerPoint</Application>
  <PresentationFormat>宽屏</PresentationFormat>
  <Paragraphs>58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3" baseType="lpstr">
      <vt:lpstr>等线</vt:lpstr>
      <vt:lpstr>等线 Light</vt:lpstr>
      <vt:lpstr>Arial</vt:lpstr>
      <vt:lpstr>Office 主题​​</vt:lpstr>
      <vt:lpstr>覆盖率优化、问答对生成</vt:lpstr>
      <vt:lpstr>PowerPoint 演示文稿</vt:lpstr>
      <vt:lpstr>PowerPoint 演示文稿</vt:lpstr>
      <vt:lpstr>PowerPoint 演示文稿</vt:lpstr>
      <vt:lpstr>目前进度</vt:lpstr>
      <vt:lpstr>流程</vt:lpstr>
      <vt:lpstr>PowerPoint 演示文稿</vt:lpstr>
      <vt:lpstr>关于生成问题的一些标准</vt:lpstr>
      <vt:lpstr>覆盖率计算-筛选和不筛选两种模式</vt:lpstr>
      <vt:lpstr>57个标准模板-难度分类</vt:lpstr>
      <vt:lpstr>57个标准模板-题型分类</vt:lpstr>
      <vt:lpstr>57个标准模板-题型分类</vt:lpstr>
      <vt:lpstr>识别缺口</vt:lpstr>
      <vt:lpstr>识别缺口</vt:lpstr>
      <vt:lpstr>方向选择</vt:lpstr>
      <vt:lpstr>问题生成流水线</vt:lpstr>
      <vt:lpstr>问题生成流水线</vt:lpstr>
      <vt:lpstr>问题生成流水线</vt:lpstr>
      <vt:lpstr>问题生成流水线</vt:lpstr>
      <vt:lpstr>问题生成流水线</vt:lpstr>
      <vt:lpstr>问题生成流水线</vt:lpstr>
      <vt:lpstr>问题生成流水线</vt:lpstr>
      <vt:lpstr>问题生成效果</vt:lpstr>
      <vt:lpstr>可见度定义</vt:lpstr>
      <vt:lpstr>覆盖率信息存储</vt:lpstr>
      <vt:lpstr>问题生成模式？</vt:lpstr>
      <vt:lpstr>cv模型能通过一帧的图片判断静或动的状态吗</vt:lpstr>
      <vt:lpstr>一个物体在多个方位都存在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26</cp:revision>
  <dcterms:created xsi:type="dcterms:W3CDTF">2026-02-02T04:58:42Z</dcterms:created>
  <dcterms:modified xsi:type="dcterms:W3CDTF">2026-02-12T12:58:14Z</dcterms:modified>
</cp:coreProperties>
</file>