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76A29-AAF3-E2AD-AE4D-EE3FF150E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244748-35B4-17A2-0BCA-5B0BC21B1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D04BD-FAE9-5214-3B97-DF3416CB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2B02A-63B3-E25E-9B18-32ED2ED7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6C52C-AE26-CF42-5005-4687081E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042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E5F76-9B3B-9B8A-5170-5856C302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4A6979-3062-AE8C-4239-E68181797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E6B4B7-0187-ADD2-C47E-E1B92130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3DCA-2598-40BD-A2B2-4162B858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A833D-6B45-F402-1760-40AF7CB0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49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0CBCC-C679-31C2-1B11-B0BD21A8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A610AB-96DC-FC61-E04D-26503D27F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B8732-4AE7-0D4A-DE17-BB0A5A7B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E6601C-72CB-1295-215B-19A43CD2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FDA088-7891-9CB9-A660-EC21F750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85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807FF-1E9E-C6A3-D695-5BDE6F9A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E31975-C95A-0A3E-7BC3-D558EDEB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C9FFD0-309F-1200-5727-81134548F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C432B7-2A7F-C72A-2CD2-D5C8DDEF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FF1B9E-E61C-2EBD-C7A6-033DC598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4444DC-9CD4-9770-B89F-4035E8BC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66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B8E57-9073-F460-DA23-DA760409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BFB183-BD45-FBF6-2DA8-00AE1B83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92CB24-1E23-B601-D9D7-6EE1D1371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48B576-6200-F96F-71BB-C7960CB4A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ACAA87-B70D-B423-5169-AA9E1CA71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E060E5-F87B-10BE-76C6-658823AE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A512DE-24A8-B41C-3AB9-ED04B702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69C80C-4049-9619-B461-24D24851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1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17484-3D21-BACC-CED6-52AB3426C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C284B8-0D50-7A0B-8803-29512E4A2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948244-CFD7-D6AA-F950-B2E8D286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AC14AD-EA09-EFF8-D4D1-7E0A3922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3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42B5F7-08BA-DA97-6427-6AC37F64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429168-2E24-80FC-5789-1D62868A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114048-239F-2D21-30D6-C9D033E40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07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F9C10-D429-D504-1FAF-8BD096A1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19C06E-5D86-A43B-6C0C-98D1AA0D2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91C9DA-AF20-1415-68AB-EE1A21C02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0ACD59-6F70-7738-09AE-F2997ABA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DC1B74-9863-7B34-7453-C00C77FAD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A8B37B-A870-787C-AC20-E6AB6B68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02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9927C-9D47-A01B-8F4F-C1B0A47E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76A485-E87F-34B8-9C2A-C49BEC604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A13943-0DC3-0C7B-9184-B55228C0B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67254A-EE19-AC81-887B-728031AC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C7FFED-261E-733D-8DFA-AB37FB45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F12411-7DCD-08EB-3557-A70EE3E2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154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51356-9903-997E-4E91-5710FC5C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222F94-C38B-3B76-C83A-7416D80FD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3A6A36-4B85-B671-9721-164EF215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B0CA2C-1C4D-8472-19E5-6C9B5694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21F19D-7813-E592-DC77-64972803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5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1F143E-6F8B-3CDB-2496-9F5DCA0B4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8308F8-7F66-9855-6E84-854D08DA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B6EDE-D86A-743D-B39F-D9BCB1EFF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7705D6-96CA-3461-77E9-A4D5393E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D08D13-E3B1-3448-2D7C-B6D5C70D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49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A90862-90B8-F89B-ADEA-2F7BE43C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95D9BA-5272-89F5-2D51-1EF7D5E4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A6925-6FFC-6D34-2DEE-1A7CA83FD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A3FA3-3FBE-421E-B9E5-AC7864FE784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C387D8-80E0-1829-7389-372B6D58E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39A09E-F1D2-6AB0-9FFC-B291CB660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9445A-85F6-49F4-9B82-5B296625D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91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5D7B3-3D9B-1FE8-239C-BDA0253B7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S3C</a:t>
            </a:r>
            <a:r>
              <a:rPr lang="zh-CN" altLang="en-US" dirty="0"/>
              <a:t>场景图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82FE72-58F8-371C-64CE-D60B24636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382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90DB3-C875-8436-A970-0A2F6395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8E193-58C0-C12A-08E3-013FDA75A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S3C</a:t>
            </a:r>
            <a:r>
              <a:rPr lang="zh-CN" altLang="en-US" b="1" dirty="0"/>
              <a:t>使用基于几何谓词的抽象语言 </a:t>
            </a:r>
            <a:r>
              <a:rPr lang="en-US" altLang="zh-CN" b="1" dirty="0"/>
              <a:t>(Geometric Predicate-based Abstraction Language)</a:t>
            </a:r>
            <a:r>
              <a:rPr lang="zh-CN" altLang="en-US" dirty="0"/>
              <a:t>。场景不是用坐标描述，而是用一组</a:t>
            </a:r>
            <a:r>
              <a:rPr lang="zh-CN" altLang="en-US" b="1" dirty="0"/>
              <a:t>激活的谓词集合</a:t>
            </a:r>
            <a:r>
              <a:rPr lang="zh-CN" altLang="en-US" dirty="0"/>
              <a:t>描述。</a:t>
            </a:r>
          </a:p>
        </p:txBody>
      </p:sp>
    </p:spTree>
    <p:extLst>
      <p:ext uri="{BB962C8B-B14F-4D97-AF65-F5344CB8AC3E}">
        <p14:creationId xmlns:p14="http://schemas.microsoft.com/office/powerpoint/2010/main" val="340300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45D5-9EA0-F686-4C17-F18184D6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91552-ED90-1CAD-CA34-9D6E63C9D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语言描述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51B7F5-32C1-320B-B972-6C83614C8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82" y="1408940"/>
            <a:ext cx="7840169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427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5F7CB-E458-FA99-F036-7F307699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D2409-1621-4A6D-491E-5278ADD9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语言描述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5C8471-8444-B275-50B4-78D8E53A0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15" y="1852576"/>
            <a:ext cx="7487695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6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155E-3657-C4CE-18EB-64898C923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74ACB-B211-4F19-280D-3048B479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语言描述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A7FF01-6A04-EC71-021E-60B474502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83" y="1801259"/>
            <a:ext cx="7382905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1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B07E-1B51-B776-12F1-50ED54AE0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07660-6271-FAE8-8368-46F3B5AB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语言描述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D4B410-BFAF-2592-F52F-8A977FA5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92" y="1682094"/>
            <a:ext cx="9002381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6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3593-FEF5-6827-CCA7-622B246B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F86DB-8CEA-3B6F-0498-2A4B2778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语言描述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DE04C1-E067-AB79-3055-109CD1198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056" y="0"/>
            <a:ext cx="7830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78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FE344-6077-976C-09D4-E0BF05E7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EEB8E-5B56-177E-FC2B-F4B7FAAE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语言描述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17A37E-93A5-3405-6E4F-7210566D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3041"/>
            <a:ext cx="8124783" cy="542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4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654C-717E-45BF-9B4E-3A958906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B233D4-2CC3-1540-0AD7-BBCBAD1A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语言描述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A1B553-1D8B-2847-4C6C-BD57C492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136" y="0"/>
            <a:ext cx="5193614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40ABB6B-DF0D-1CE4-7D56-0BAD701271CB}"/>
              </a:ext>
            </a:extLst>
          </p:cNvPr>
          <p:cNvSpPr txBox="1"/>
          <p:nvPr/>
        </p:nvSpPr>
        <p:spPr>
          <a:xfrm>
            <a:off x="783771" y="3059668"/>
            <a:ext cx="5073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不再关注</a:t>
            </a:r>
            <a:r>
              <a:rPr lang="en-US" altLang="zh-CN" dirty="0"/>
              <a:t>id</a:t>
            </a:r>
            <a:r>
              <a:rPr lang="zh-CN" altLang="en-US" dirty="0"/>
              <a:t>是否相同，而是根据设定的谓词属性进行同类匹配</a:t>
            </a:r>
          </a:p>
        </p:txBody>
      </p:sp>
    </p:spTree>
    <p:extLst>
      <p:ext uri="{BB962C8B-B14F-4D97-AF65-F5344CB8AC3E}">
        <p14:creationId xmlns:p14="http://schemas.microsoft.com/office/powerpoint/2010/main" val="1346295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7935C-C51E-B3B7-1299-BD620AC8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S3C</a:t>
            </a:r>
            <a:r>
              <a:rPr lang="zh-CN" altLang="en-US" dirty="0"/>
              <a:t>图的输入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DFACCB-8C4A-B6D6-CB98-EFDF753E3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S3C</a:t>
            </a:r>
            <a:r>
              <a:rPr lang="zh-CN" altLang="en-US" dirty="0"/>
              <a:t>的输入是</a:t>
            </a:r>
            <a:r>
              <a:rPr lang="zh-CN" altLang="en-US" b="1" dirty="0"/>
              <a:t>连续的物理状态数据 </a:t>
            </a:r>
            <a:r>
              <a:rPr lang="en-US" altLang="zh-CN" b="1" dirty="0"/>
              <a:t>(Continuous Physical State)</a:t>
            </a:r>
            <a:r>
              <a:rPr lang="zh-CN" altLang="en-US" dirty="0"/>
              <a:t>，包含对象的位置、速度、朝向等物理量。</a:t>
            </a:r>
            <a:r>
              <a:rPr lang="en-US" altLang="zh-CN" dirty="0"/>
              <a:t>S3C</a:t>
            </a:r>
            <a:r>
              <a:rPr lang="zh-CN" altLang="en-US" dirty="0"/>
              <a:t>作为中间层，将这些连续数据离散化为谓词真值。</a:t>
            </a:r>
          </a:p>
        </p:txBody>
      </p:sp>
    </p:spTree>
    <p:extLst>
      <p:ext uri="{BB962C8B-B14F-4D97-AF65-F5344CB8AC3E}">
        <p14:creationId xmlns:p14="http://schemas.microsoft.com/office/powerpoint/2010/main" val="258801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71297-EEAE-0242-7F81-ACE2005F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8975E-C9DE-92A0-390D-5042A921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输入数据的层次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71400E-804C-5D26-14D1-4AFC7CBE8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2306"/>
            <a:ext cx="7020905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64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4C29D-9789-71A0-95D1-EDC69E8D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433FD-84EA-AA91-AF92-8EEDD2A3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输入数据的层次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77BABC-2B13-DD40-B5C4-BA462ACF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809" y="0"/>
            <a:ext cx="5369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2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9DFC-C9A0-21A5-3FC2-C32A68424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52ACC-21FC-F5FC-F69D-226B46E70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zh-CN" altLang="en-US" dirty="0"/>
              <a:t>输入数据的层次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A454DD-AF41-F5E8-9BD5-0DCB3B436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9773"/>
            <a:ext cx="12192000" cy="27009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E33464A-B609-2F9B-2AE7-BCD25889C8C5}"/>
              </a:ext>
            </a:extLst>
          </p:cNvPr>
          <p:cNvSpPr txBox="1"/>
          <p:nvPr/>
        </p:nvSpPr>
        <p:spPr>
          <a:xfrm>
            <a:off x="1141283" y="4801418"/>
            <a:ext cx="11515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原始测试数据              →                   原始场景图                              →              抽象场景图         →  聚集等价类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2883DF-AF18-0F99-96D8-DBC29679E944}"/>
              </a:ext>
            </a:extLst>
          </p:cNvPr>
          <p:cNvSpPr txBox="1"/>
          <p:nvPr/>
        </p:nvSpPr>
        <p:spPr>
          <a:xfrm>
            <a:off x="-89377" y="5589527"/>
            <a:ext cx="1213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包含位置、速度、朝向等物理状态      保留所有对象的具体</a:t>
            </a:r>
            <a:r>
              <a:rPr lang="en-US" altLang="zh-CN" dirty="0"/>
              <a:t>ID</a:t>
            </a:r>
            <a:r>
              <a:rPr lang="zh-CN" altLang="en-US" dirty="0"/>
              <a:t>、激活的谓词             移除</a:t>
            </a:r>
            <a:r>
              <a:rPr lang="en-US" altLang="zh-CN" dirty="0"/>
              <a:t>ID</a:t>
            </a:r>
            <a:r>
              <a:rPr lang="zh-CN" altLang="en-US" dirty="0"/>
              <a:t>，保留类型和关系 </a:t>
            </a:r>
          </a:p>
        </p:txBody>
      </p:sp>
    </p:spTree>
    <p:extLst>
      <p:ext uri="{BB962C8B-B14F-4D97-AF65-F5344CB8AC3E}">
        <p14:creationId xmlns:p14="http://schemas.microsoft.com/office/powerpoint/2010/main" val="2969755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9B5D7-14B8-9730-6EB8-DB69C5F8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具体数据源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E6C67B-ED3F-CB94-E5C3-A6EE1047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主要是</a:t>
            </a:r>
            <a:r>
              <a:rPr lang="en-US" altLang="zh-CN" dirty="0"/>
              <a:t>CARLA</a:t>
            </a:r>
            <a:r>
              <a:rPr lang="zh-CN" altLang="en-US" dirty="0"/>
              <a:t>仿真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A72944-0D3C-EE4D-1307-8A3BD38F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1120"/>
            <a:ext cx="8145012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7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55729-AF23-A417-F59C-8347B16A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S3C</a:t>
            </a:r>
            <a:r>
              <a:rPr lang="zh-CN" altLang="en-US" dirty="0"/>
              <a:t>支持查询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248CA-F279-B900-8E5A-B1C50BA59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S3C</a:t>
            </a:r>
            <a:r>
              <a:rPr lang="zh-CN" altLang="en-US" dirty="0"/>
              <a:t>的核心功能就是</a:t>
            </a:r>
            <a:r>
              <a:rPr lang="zh-CN" altLang="en-US" b="1" dirty="0"/>
              <a:t>覆盖率查询 </a:t>
            </a:r>
            <a:r>
              <a:rPr lang="en-US" altLang="zh-CN" b="1" dirty="0"/>
              <a:t>(Coverage Querying) </a:t>
            </a:r>
            <a:r>
              <a:rPr lang="zh-CN" altLang="en-US" dirty="0"/>
              <a:t>。它不是传统数据库查询，而是基于</a:t>
            </a:r>
            <a:r>
              <a:rPr lang="zh-CN" altLang="en-US" b="1" dirty="0"/>
              <a:t>场景特征匹配 </a:t>
            </a:r>
            <a:r>
              <a:rPr lang="en-US" altLang="zh-CN" b="1" dirty="0"/>
              <a:t>(Scene Characteristic Matching) </a:t>
            </a:r>
            <a:r>
              <a:rPr lang="zh-CN" altLang="en-US" dirty="0"/>
              <a:t>的覆盖率统计。</a:t>
            </a:r>
          </a:p>
        </p:txBody>
      </p:sp>
    </p:spTree>
    <p:extLst>
      <p:ext uri="{BB962C8B-B14F-4D97-AF65-F5344CB8AC3E}">
        <p14:creationId xmlns:p14="http://schemas.microsoft.com/office/powerpoint/2010/main" val="3036403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1B31-F732-EC53-9713-24CDB935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F597C-CC71-27F2-A16C-87D504B8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S3C</a:t>
            </a:r>
            <a:r>
              <a:rPr lang="zh-CN" altLang="en-US" dirty="0"/>
              <a:t>支持查询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203949F-BB90-9D6B-FBAA-803EB175D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1088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34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88B3-F97D-9BA4-50C9-62D377D8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31825-B6F2-AEC5-D592-B6AF019D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三种查询模式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FC5E75-8C4A-B46E-EBFA-DD4F36499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25" y="1364847"/>
            <a:ext cx="6470808" cy="549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63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7336A-F820-2EBE-C90D-7069E749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E9FBE-460D-68B2-36BD-40A6827B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三种查询模式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F91B12-664D-1DB2-A0F5-D61687026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75" y="1318702"/>
            <a:ext cx="5606478" cy="553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2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C758E-6E32-222A-D644-F7EECC592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209E7-6E6F-D768-8B5F-044390C01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三种查询模式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1F766D-AD0E-593E-18F6-272278485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00" y="1550841"/>
            <a:ext cx="8000344" cy="530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48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73109-5A61-36CC-8C06-CAEC8FEF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查询的实现方法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81D2DD0-D5CB-0025-D706-2EB92833D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289" y="1690688"/>
            <a:ext cx="61825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93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97B61-2B76-C85D-C9FE-750DF3BC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93928-4B19-F768-AE88-C60553C4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查询的实现方法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DA136B-458B-7C3A-558E-D191F35E6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5438"/>
            <a:ext cx="6452478" cy="550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24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0CF42-8FEA-CFF8-B622-244B37C1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计算覆盖率和长尾分布的核心逻辑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256D48F-9F2F-5E32-3844-C7E4E84FD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888" y="2072212"/>
            <a:ext cx="9488224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24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9D9D6-F9F1-FD57-BBAD-8AD5DD90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关于可视化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A8E87AC-5EC8-3284-6CEC-8DA0F8DC8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文章内主要是对覆盖率等数据制作了直观的数据分析图，度量测试是否充分。</a:t>
            </a:r>
            <a:endParaRPr lang="en-US" altLang="zh-CN" dirty="0"/>
          </a:p>
          <a:p>
            <a:r>
              <a:rPr lang="zh-CN" altLang="en-US" dirty="0"/>
              <a:t>没有涉及训练大模型的</a:t>
            </a:r>
            <a:r>
              <a:rPr lang="en-US" altLang="zh-CN" dirty="0"/>
              <a:t>BEV</a:t>
            </a:r>
            <a:r>
              <a:rPr lang="zh-CN" altLang="en-US" dirty="0"/>
              <a:t>类感知图片</a:t>
            </a:r>
          </a:p>
        </p:txBody>
      </p:sp>
    </p:spTree>
    <p:extLst>
      <p:ext uri="{BB962C8B-B14F-4D97-AF65-F5344CB8AC3E}">
        <p14:creationId xmlns:p14="http://schemas.microsoft.com/office/powerpoint/2010/main" val="4270081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13236-3DC1-1613-A41A-B3981A13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3213C-779D-4AFC-B413-231CBDC4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关于可视化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CF29435-D3A3-C3D4-C6EC-244E8CF73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6861"/>
            <a:ext cx="5635982" cy="541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263</Words>
  <Application>Microsoft Office PowerPoint</Application>
  <PresentationFormat>宽屏</PresentationFormat>
  <Paragraphs>33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S3C场景图</vt:lpstr>
      <vt:lpstr>语言描述</vt:lpstr>
      <vt:lpstr>语言描述</vt:lpstr>
      <vt:lpstr>语言描述</vt:lpstr>
      <vt:lpstr>语言描述</vt:lpstr>
      <vt:lpstr>语言描述</vt:lpstr>
      <vt:lpstr>语言描述</vt:lpstr>
      <vt:lpstr>语言描述</vt:lpstr>
      <vt:lpstr>语言描述</vt:lpstr>
      <vt:lpstr>S3C图的输入</vt:lpstr>
      <vt:lpstr>输入数据的层次</vt:lpstr>
      <vt:lpstr>输入数据的层次</vt:lpstr>
      <vt:lpstr>输入数据的层次</vt:lpstr>
      <vt:lpstr>具体数据源</vt:lpstr>
      <vt:lpstr>S3C支持查询</vt:lpstr>
      <vt:lpstr>S3C支持查询</vt:lpstr>
      <vt:lpstr>三种查询模式</vt:lpstr>
      <vt:lpstr>三种查询模式</vt:lpstr>
      <vt:lpstr>三种查询模式</vt:lpstr>
      <vt:lpstr>查询的实现方法</vt:lpstr>
      <vt:lpstr>查询的实现方法</vt:lpstr>
      <vt:lpstr>计算覆盖率和长尾分布的核心逻辑</vt:lpstr>
      <vt:lpstr>关于可视化</vt:lpstr>
      <vt:lpstr>关于可视化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6</cp:revision>
  <dcterms:created xsi:type="dcterms:W3CDTF">2025-11-28T03:11:24Z</dcterms:created>
  <dcterms:modified xsi:type="dcterms:W3CDTF">2025-12-03T06:52:33Z</dcterms:modified>
</cp:coreProperties>
</file>