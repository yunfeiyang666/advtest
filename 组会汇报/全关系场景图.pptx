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8" r:id="rId3"/>
    <p:sldId id="279" r:id="rId4"/>
    <p:sldId id="280" r:id="rId5"/>
    <p:sldId id="281" r:id="rId6"/>
    <p:sldId id="282" r:id="rId7"/>
    <p:sldId id="262" r:id="rId8"/>
    <p:sldId id="258" r:id="rId9"/>
    <p:sldId id="260" r:id="rId10"/>
    <p:sldId id="261" r:id="rId11"/>
    <p:sldId id="276" r:id="rId12"/>
    <p:sldId id="277" r:id="rId13"/>
    <p:sldId id="265" r:id="rId14"/>
    <p:sldId id="264" r:id="rId15"/>
    <p:sldId id="266" r:id="rId16"/>
    <p:sldId id="267" r:id="rId17"/>
    <p:sldId id="268" r:id="rId18"/>
    <p:sldId id="269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26D4C-FF98-24DB-D314-EE3F7CA3B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5B1085-919C-816E-8A18-5EC66B93F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576B59-A19C-A3F3-133A-A167C4C5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E0CF4F-47C8-52EB-DB33-2C677EF2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EE024-FE2E-D409-EFAD-4FF1A146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07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12771-3015-8E94-6DFB-D622357E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8D0A0-A840-DEA2-4548-82349E146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B4BD82-6414-C636-1494-DDA6D638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8C98C7-A096-387F-323D-F339559F6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F847-F9A0-471D-1B83-E301352F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14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28871-508B-9FC5-4A51-476AA76F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0A4E9F-258C-C46C-75BF-4FBE2039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FCF2AD-E076-94CE-B3CE-06D3D73C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823366-0130-1EF7-2E8B-05E24D46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761F0B-92C3-236C-187E-1710457D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30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616CD-ED2C-C78C-F495-2A27E5A6E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B9F0BC-73BA-6C7F-95A2-928A91CE47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034F03-1626-EEA7-05BD-1E5ACD8D5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EA67F5-0FA8-7A0D-9AD8-FB577F65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2FD944-B0A7-DB4D-9CB8-8C8157F97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352CD6-23C5-6E92-0847-0951C402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46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2F6ED-0B3B-E47F-C153-33FC85EC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9F927-0FDC-6C58-8E18-C263E82EC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69008E-F8BC-FA13-0431-A8DCF213D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D2061F-D22D-DADB-9A34-7EA52EB3A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B8ADE6-F579-D807-A794-2B9B0395E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6FCFE9-67C9-D46A-C638-BE196306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8A80A9-FEF9-07FC-F456-3C5963E6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96FBD9-8EF2-6C29-5D0B-3906EBA7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18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95740-9843-BD2A-3B40-8853BF6F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1686F8-C14A-A1C9-815B-A512402B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A8F1E2-D2A2-C5A3-97E4-37F6CE65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41B1C6-5E4F-C213-835C-561FA6EE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13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DE7881-019C-DDBC-E728-EF2B4566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E83B2-EAD1-3D40-E1F1-C7A46077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297A8-7127-30A6-DFC5-DD24D2D5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866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64725-0C96-E300-09A4-1585E661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37136-3B6E-6B29-FD0F-F6C0567D4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33D3D6-2017-B1A8-CE3C-966835BAA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EECB8D-88DE-A7A2-659B-DC302A55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13F747-3AC4-AD83-F896-8E57426C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C9030-4987-7BD7-4836-7F1B49A2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62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44A0B-5D91-C3A6-B175-F43AD584C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72174D-F5A7-B604-6168-7120F59B1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143DA8-4E04-8A03-CE99-45672807E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85D5AA-8BEF-920E-CF3A-98072D7A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E72473-FCCD-C35E-9E7B-53A8EBF33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1AB960-38C9-7F6E-CC0D-3B81A8DF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6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77254-5A7D-0BD1-2679-D56B717D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525443-69BE-26C1-68CD-05700A85E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E050C4-04F7-D990-ED6D-718B3747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FBC07-6666-84FF-DE5F-85E480D0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3A353-3D54-B95D-CCDC-EC1A3252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22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0C2791-37FA-73BB-5A1D-1316556B9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041638-BBA8-7783-EA59-76EAB83F8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84E63-D41B-B2D4-734A-D11A3F18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AFBCD-85C5-4C1F-934B-7235BB55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F897E2-4B26-EE53-6291-E2A35D9A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21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F1E219-F080-2C8B-2AC4-3F81F9B65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AD7C7A-AC17-478E-4E74-59B6CF938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2C79D4-06DA-5EF1-49DA-5C7FF02C4E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8E9BA-2EE3-4EB9-8AB0-E2226A3F6A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EAF9E-43D1-A3DC-C17F-4BEAEB936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4CEC6-A1F5-1ECE-AEF3-F0A289A5F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BE5C5-D526-49C9-AE48-B6F4907C11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61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48727-B8BD-65AC-1EE8-334D5741F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BF361-401E-61E5-3CCC-79ADF72BA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516B771-EEE2-6FD3-EBFB-CD44D6FBC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85" y="264291"/>
            <a:ext cx="7596435" cy="660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40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F1E16-9D45-10D9-4641-04A21F06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12A6D79-3F5D-F4B0-03B8-7144CE104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1900747" cy="6830187"/>
          </a:xfrm>
        </p:spPr>
      </p:pic>
    </p:spTree>
    <p:extLst>
      <p:ext uri="{BB962C8B-B14F-4D97-AF65-F5344CB8AC3E}">
        <p14:creationId xmlns:p14="http://schemas.microsoft.com/office/powerpoint/2010/main" val="160437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0905D-2B95-1190-5BF4-803E3839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car1</a:t>
            </a:r>
            <a:r>
              <a:rPr lang="zh-CN" altLang="en-US" dirty="0"/>
              <a:t>在</a:t>
            </a:r>
            <a:r>
              <a:rPr lang="en-US" altLang="zh-CN" dirty="0" err="1"/>
              <a:t>NuScenes</a:t>
            </a:r>
            <a:r>
              <a:rPr lang="zh-CN" altLang="en-US" dirty="0"/>
              <a:t>中的原始标注 </a:t>
            </a:r>
            <a:r>
              <a:rPr lang="en-US" altLang="zh-CN" dirty="0"/>
              <a:t>(</a:t>
            </a:r>
            <a:r>
              <a:rPr lang="en-US" altLang="zh-CN" dirty="0" err="1"/>
              <a:t>sample_annotation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89D14478-69C8-75A2-85DF-49D99ED65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52" y="1835455"/>
            <a:ext cx="7240010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80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E0D7A-C3F4-12D2-940D-015976B3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提取后</a:t>
            </a:r>
            <a:r>
              <a:rPr lang="en-US" altLang="zh-CN" b="1" dirty="0"/>
              <a:t>car1 </a:t>
            </a:r>
            <a:r>
              <a:rPr lang="zh-CN" altLang="en-US" b="1" dirty="0"/>
              <a:t>对象完整信息（增加身份、速度）</a:t>
            </a:r>
            <a:endParaRPr lang="zh-CN" altLang="en-US" dirty="0"/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B93BB8FC-C577-E424-ED56-3F6A8A68D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52" y="1954852"/>
            <a:ext cx="5068007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7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0A0C8C-FD1E-9541-79D7-2D7FCC4C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空间关系计算</a:t>
            </a:r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69EC2B2B-4FFC-FEFC-CC37-9D5BD7E0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23" y="2068662"/>
            <a:ext cx="7735380" cy="1819529"/>
          </a:xfrm>
          <a:prstGeom prst="rect">
            <a:avLst/>
          </a:prstGeom>
        </p:spPr>
      </p:pic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943FDF26-9EC5-7B3A-40E9-51678B8FF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23" y="4122727"/>
            <a:ext cx="447737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7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B69AC-2849-0093-4B60-FF2216B4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car1</a:t>
            </a:r>
            <a:r>
              <a:rPr lang="zh-CN" altLang="en-US" dirty="0"/>
              <a:t>与其他对象的关系示例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D48996FC-92E2-24FF-332C-DFF67309E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3" y="1806572"/>
            <a:ext cx="4116458" cy="4544059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1CE2C933-31A4-9634-D511-E126112FF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712" y="1811335"/>
            <a:ext cx="3705742" cy="4582164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EDA102D-2045-BF62-8DF6-12AEDDCF8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732" y="1806572"/>
            <a:ext cx="3715268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50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865648-3477-98F0-1C86-34F36221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场景图内容概括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4907E37-CD34-5C4F-BB62-8188A2411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65" y="594917"/>
            <a:ext cx="4620270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8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23BFB-29F2-ECD4-0A30-5FAD810F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AABDE-D217-AA95-5C8C-74C12F359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D8CE2E45-F5F7-DAF4-9B39-2A62D5B3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07" y="0"/>
            <a:ext cx="4013200" cy="685800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95FEC748-5F45-9808-1DEE-D324E48A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949" y="773820"/>
            <a:ext cx="6096851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7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A9749-8E6E-4071-76D1-FF90151D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B9BE7-A1D8-B94F-8900-FC21887B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43FC41C8-F8AC-087E-3EC1-E1D83CCFB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0" y="66205"/>
            <a:ext cx="6020640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0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86702-F1F0-B6C3-6AD8-F750E58C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DF32200-AC4F-7783-885E-A2A8AED24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253" y="269167"/>
            <a:ext cx="6262052" cy="6425682"/>
          </a:xfrm>
        </p:spPr>
      </p:pic>
    </p:spTree>
    <p:extLst>
      <p:ext uri="{BB962C8B-B14F-4D97-AF65-F5344CB8AC3E}">
        <p14:creationId xmlns:p14="http://schemas.microsoft.com/office/powerpoint/2010/main" val="4011186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A9E0F-A47E-3BB9-31D7-E52D0EBD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car1</a:t>
            </a:r>
            <a:r>
              <a:rPr lang="zh-CN" altLang="en-US" b="1" dirty="0"/>
              <a:t>的完整</a:t>
            </a:r>
            <a:r>
              <a:rPr lang="en-US" altLang="zh-CN" b="1" dirty="0"/>
              <a:t>JSON</a:t>
            </a:r>
            <a:r>
              <a:rPr lang="zh-CN" altLang="en-US" b="1" dirty="0"/>
              <a:t>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180BB9-A7DF-34C6-3560-029CA2C78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734BAE6-5E69-FC1E-54E8-A2BAE950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833"/>
            <a:ext cx="12192000" cy="40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7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4CFD4-A04F-38B8-058E-B9BC7846A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car1</a:t>
            </a:r>
            <a:r>
              <a:rPr lang="zh-CN" altLang="en-US" b="1" dirty="0"/>
              <a:t>与其他所有车辆的关系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971698-335B-07EE-C5AD-9DF8F7AA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D6FC4A83-616A-9214-7D9F-254D16DC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5529"/>
            <a:ext cx="12192000" cy="548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79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6C82D-F135-F548-174C-05D5617C5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car1</a:t>
            </a:r>
            <a:r>
              <a:rPr lang="zh-CN" altLang="en-US" b="1" dirty="0"/>
              <a:t>与其他所有车辆的关系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5D638-1B76-5927-B954-2D6D09A4B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图片包含 图表&#10;&#10;AI 生成的内容可能不正确。">
            <a:extLst>
              <a:ext uri="{FF2B5EF4-FFF2-40B4-BE49-F238E27FC236}">
                <a16:creationId xmlns:a16="http://schemas.microsoft.com/office/drawing/2014/main" id="{506164F5-0E0B-5C69-B7DF-1C307944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2095"/>
            <a:ext cx="12192000" cy="429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44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3D749-D1D4-69B1-0F90-1DA506DF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查看</a:t>
            </a:r>
            <a:r>
              <a:rPr lang="en-US" altLang="zh-CN" b="1" dirty="0"/>
              <a:t>ego</a:t>
            </a:r>
            <a:r>
              <a:rPr lang="zh-CN" altLang="en-US" b="1" dirty="0"/>
              <a:t>周围的对象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93CD133-E000-8284-A7C0-CBE280329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 descr="手机屏幕截图&#10;&#10;AI 生成的内容可能不正确。">
            <a:extLst>
              <a:ext uri="{FF2B5EF4-FFF2-40B4-BE49-F238E27FC236}">
                <a16:creationId xmlns:a16="http://schemas.microsoft.com/office/drawing/2014/main" id="{FE79211E-E282-688A-F226-7AAC01AFB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0660"/>
            <a:ext cx="12192000" cy="413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0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92B62-4644-DE3E-F2EE-D905EE3B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查找近距离对象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2E6BBE-7756-4380-CBD1-2808693AB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 descr="图示, 示意图&#10;&#10;AI 生成的内容可能不正确。">
            <a:extLst>
              <a:ext uri="{FF2B5EF4-FFF2-40B4-BE49-F238E27FC236}">
                <a16:creationId xmlns:a16="http://schemas.microsoft.com/office/drawing/2014/main" id="{6E573631-9DC8-BDBE-3E52-775381289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0558"/>
            <a:ext cx="12192000" cy="435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12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107EB-FCCF-C286-1DB6-66610611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查询</a:t>
            </a:r>
            <a:r>
              <a:rPr lang="en-US" altLang="zh-CN" b="1" dirty="0"/>
              <a:t>1.1</a:t>
            </a:r>
            <a:r>
              <a:rPr lang="zh-CN" altLang="en-US" b="1" dirty="0"/>
              <a:t>：对象类型统计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44B966-C982-5644-D53F-7692E1999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5D66FE0A-25FF-F984-220F-55E3C1FF8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883"/>
            <a:ext cx="12192000" cy="444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32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97AD4-5AC8-81B1-1763-5FE69C1B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查询</a:t>
            </a:r>
            <a:r>
              <a:rPr lang="en-US" altLang="zh-CN" b="1" dirty="0"/>
              <a:t>1.2</a:t>
            </a:r>
            <a:r>
              <a:rPr lang="zh-CN" altLang="en-US" b="1" dirty="0"/>
              <a:t>：关系数量统计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DC445-6DC3-2DF4-62EC-BC4AC257E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F8A1906D-43B3-BAD0-BE13-A7B057910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4545"/>
            <a:ext cx="12192000" cy="296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73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1603-D111-176B-26B5-25321771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查询</a:t>
            </a:r>
            <a:r>
              <a:rPr lang="en-US" altLang="zh-CN" b="1" dirty="0"/>
              <a:t>1.3</a:t>
            </a:r>
            <a:r>
              <a:rPr lang="zh-CN" altLang="en-US" b="1" dirty="0"/>
              <a:t>：每个对象的关系度数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226635-CE0B-B5FF-FEE5-66EE4D3BF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63A7B5A-7553-F1F6-1D81-5FD7D082F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077"/>
            <a:ext cx="12192000" cy="515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43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263F4-7091-C96F-1E87-59AE805B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查询</a:t>
            </a:r>
            <a:r>
              <a:rPr lang="en-US" altLang="zh-CN" b="1" dirty="0"/>
              <a:t>4.1</a:t>
            </a:r>
            <a:r>
              <a:rPr lang="zh-CN" altLang="en-US" b="1" dirty="0"/>
              <a:t>：最短路径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17807-4269-0C8D-4649-24394432B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4FA82FD0-8B4A-9720-096B-68DD3235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512"/>
            <a:ext cx="12192000" cy="446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08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F698E-662A-1A80-0C6F-353F8302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查询</a:t>
            </a:r>
            <a:r>
              <a:rPr lang="en-US" altLang="zh-CN" dirty="0"/>
              <a:t>4.2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  <a:r>
              <a:rPr lang="zh-CN" altLang="en-US" dirty="0"/>
              <a:t>跳邻居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30B57-3A71-7A9D-B649-C84B1532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图片包含 图表&#10;&#10;AI 生成的内容可能不正确。">
            <a:extLst>
              <a:ext uri="{FF2B5EF4-FFF2-40B4-BE49-F238E27FC236}">
                <a16:creationId xmlns:a16="http://schemas.microsoft.com/office/drawing/2014/main" id="{4828BD92-1C6D-2D40-10F1-D1CD8DAA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689"/>
            <a:ext cx="12192000" cy="434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18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63ECF-026B-D952-E6E8-9022572D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查询</a:t>
            </a:r>
            <a:r>
              <a:rPr lang="en-US" altLang="zh-CN" b="1" dirty="0"/>
              <a:t>5.1</a:t>
            </a:r>
            <a:r>
              <a:rPr lang="zh-CN" altLang="en-US" b="1" dirty="0"/>
              <a:t>：左侧最近的车辆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3459E9-DBC8-A3B5-847B-9C7B209F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EAC33F3-A378-7654-B8DA-FF09A54BB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3201"/>
            <a:ext cx="12192000" cy="383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08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BA22-BFCA-4F68-7532-044B56F9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D4C0D-1E91-05DD-3939-B2038C0D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查询</a:t>
            </a:r>
            <a:r>
              <a:rPr lang="en-US" altLang="zh-CN" b="1" dirty="0"/>
              <a:t>5.1</a:t>
            </a:r>
            <a:r>
              <a:rPr lang="zh-CN" altLang="en-US" b="1" dirty="0"/>
              <a:t>：左侧最近的车辆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EA6119-CDE7-64E8-0FC8-A1A1F3C34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91F9D09A-A439-5F85-62E4-24E74F415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270"/>
            <a:ext cx="12192000" cy="38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94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0A318-07A1-E975-579D-4FC83899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覆盖率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520DBE-A03E-C121-3F07-EA364E1F8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5CFDADE1-E786-35CA-2DF8-5ADE4A287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330"/>
            <a:ext cx="12192000" cy="417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28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124</Words>
  <Application>Microsoft Office PowerPoint</Application>
  <PresentationFormat>宽屏</PresentationFormat>
  <Paragraphs>18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car1在NuScenes中的原始标注 (sample_annotation)</vt:lpstr>
      <vt:lpstr>提取后car1 对象完整信息（增加身份、速度）</vt:lpstr>
      <vt:lpstr>空间关系计算</vt:lpstr>
      <vt:lpstr>car1与其他对象的关系示例</vt:lpstr>
      <vt:lpstr>场景图内容概括</vt:lpstr>
      <vt:lpstr>PowerPoint 演示文稿</vt:lpstr>
      <vt:lpstr>PowerPoint 演示文稿</vt:lpstr>
      <vt:lpstr>PowerPoint 演示文稿</vt:lpstr>
      <vt:lpstr>car1的完整JSON属性</vt:lpstr>
      <vt:lpstr>car1与其他所有车辆的关系 </vt:lpstr>
      <vt:lpstr>car1与其他所有车辆的关系 </vt:lpstr>
      <vt:lpstr>查看ego周围的对象 </vt:lpstr>
      <vt:lpstr>查找近距离对象 </vt:lpstr>
      <vt:lpstr>查询1.1：对象类型统计 </vt:lpstr>
      <vt:lpstr>查询1.2：关系数量统计 </vt:lpstr>
      <vt:lpstr>查询1.3：每个对象的关系度数 </vt:lpstr>
      <vt:lpstr>查询4.1：最短路径 </vt:lpstr>
      <vt:lpstr>查询4.2：2跳邻居 </vt:lpstr>
      <vt:lpstr>查询5.1：左侧最近的车辆 </vt:lpstr>
      <vt:lpstr>查询5.1：左侧最近的车辆 </vt:lpstr>
      <vt:lpstr>覆盖率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4</cp:revision>
  <dcterms:created xsi:type="dcterms:W3CDTF">2025-12-17T10:30:53Z</dcterms:created>
  <dcterms:modified xsi:type="dcterms:W3CDTF">2025-12-18T10:58:38Z</dcterms:modified>
</cp:coreProperties>
</file>