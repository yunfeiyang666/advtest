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3" r:id="rId6"/>
    <p:sldId id="28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7" r:id="rId17"/>
    <p:sldId id="269" r:id="rId18"/>
    <p:sldId id="270" r:id="rId19"/>
    <p:sldId id="271" r:id="rId20"/>
    <p:sldId id="273" r:id="rId21"/>
    <p:sldId id="272" r:id="rId22"/>
    <p:sldId id="274" r:id="rId23"/>
    <p:sldId id="275" r:id="rId24"/>
    <p:sldId id="276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D2549-6216-3F77-9F1F-0C2DB955D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71B7B6-6857-6165-3727-AAF9796E5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200459-6ABD-FAA5-1CC0-C01FB020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10C75-3398-D8D0-EAED-D428B7EF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EC5C28-44CD-389F-A139-54BCBC58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80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E8FA7-5E05-83C8-87B9-6168E294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D24BC3-52BF-5385-4F53-629CC8FBB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BB69DD-CE54-6198-5809-C7A56F775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C5F380-EC92-B0C0-105D-C9FEC646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4F54D8-6E9F-2DAA-2DE8-EEA63FB1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124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3137B-3F36-A433-E625-044C787D4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960EC3-D230-278B-5B92-D0018473E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824C3-F9A8-69FB-66C2-BA3FB68DD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F48041-7580-93BA-342A-6A76CAF4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34B185-3C92-3EC3-5FC5-617758CC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846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0E957D-D9FE-0665-4DDE-4F6CE0BF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6AA5C3-E02C-BA6B-CF70-C683402D6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8EE1A4-F05C-5215-53FA-4F4B53A39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359574-BF81-486A-9C01-C3DDD3CB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7C5831-A1DE-8712-B0FF-0F0355F5B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49125A-8E51-3494-E341-861B6962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17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0DAEE9-84F3-6B5C-9B59-1AB354D7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5D1BE8-78A3-49FC-33AA-993478F00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F43C61-FF4C-BAC0-CAD0-F9945EFA5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E20708-A640-434A-E5A2-EDEF99AFF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A87AEF-BE48-E228-6EB7-60034BC49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DECDAC-33C8-4B45-DBE9-6DB69ED8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448970E-AAA6-9BE5-1FAC-D5DD04CF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1AB534-F8DD-69B4-3390-6DA3ABC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726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647E6-7196-DEC9-08B9-9638B276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2FB5B4-ECA3-A674-13C8-6524438B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3C5B3C-EDCE-9194-89A5-1EBFB918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B1783B-3197-51F7-7FDD-52603CA2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7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2AC4F1-70A9-1B9D-E4CA-FE349B62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AD2AE3-0297-0372-0A05-388B1564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B0BF7-BE3D-224D-048C-973CF0CB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374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0BF48-814F-720D-1671-93E1A59B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596BC4-7D4F-A89D-898B-E900F0DA3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61436A-E825-C762-B3CF-B3E4536F4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F70DE8-2022-3707-9D68-EB8361E9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FB67AD-DCFE-1BF2-9CB0-01B15C61B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2934EC-DBDB-C787-3FB5-3B2C26BF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392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DF601-95DE-29E6-0421-FAD1FCA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3ADDC9-B8FE-C997-B44C-35BF328F4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7F9D3B-AD9B-1D40-DACA-7C547A4A5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2C0C4D-83E1-9135-976D-42B4DBB5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EB3D1F-5C2C-AAE8-3C42-33D95F9F7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42E85B-DD7D-D7F2-7885-A8F88291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942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0FCFAD-AC9A-6310-3F68-1C3177B3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70BC3F-CB64-F23A-1554-EDE22D5E7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C21865-1782-C47B-3F04-A49EDF838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B14071-D4FF-42E1-15E9-71F6A5300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BE2035-0B1B-3D56-077D-7EB9DA4D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77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ED84B4-2524-D745-7925-E6AD5E7A6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10CBA2-9974-C6BF-3EC8-ADD9EC0A5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709BB6-F837-810A-E9DF-DA983163A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3EB60D-9F85-AAB2-AEB4-899D50BA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FE5F08-E202-F40D-2856-5F84E696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664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288EF8-D658-B8F9-8CB0-C5345B138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353FF8-4DAE-7AD1-B674-2AB600C07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B2D97-20E1-9529-FAE6-AD98CE1B9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FB787-B0DF-4746-A292-06B052589070}" type="datetimeFigureOut">
              <a:rPr lang="zh-CN" altLang="en-US" smtClean="0"/>
              <a:t>2026/2/12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1A1D1-0811-C3B0-D69E-984E4A4CB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41D38A-CED4-236F-2052-77B54F7D4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6BE04-CE9A-4E37-8C5E-5608418DDD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51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6D133-3CF7-AE23-55DB-3A06273B73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场景图与数据库结合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2FAD78-C66F-CE0E-8617-D9EED5DC6B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920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A7F07-29E3-E250-AC23-9D82F2775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nuscences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533DFB-73F0-010B-7840-FBE9FAACB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- </a:t>
            </a:r>
            <a:r>
              <a:rPr lang="en-US" altLang="zh-CN" dirty="0" err="1"/>
              <a:t>NuScenes</a:t>
            </a:r>
            <a:r>
              <a:rPr lang="en-US" altLang="zh-CN" dirty="0"/>
              <a:t> v1.0-mini</a:t>
            </a:r>
            <a:r>
              <a:rPr lang="zh-CN" altLang="en-US" dirty="0"/>
              <a:t>数据集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包含：</a:t>
            </a:r>
            <a:r>
              <a:rPr lang="en-US" altLang="zh-CN" dirty="0"/>
              <a:t>ego</a:t>
            </a:r>
            <a:r>
              <a:rPr lang="zh-CN" altLang="en-US" dirty="0"/>
              <a:t>车位姿、对象标注、速度信息</a:t>
            </a:r>
          </a:p>
        </p:txBody>
      </p:sp>
    </p:spTree>
    <p:extLst>
      <p:ext uri="{BB962C8B-B14F-4D97-AF65-F5344CB8AC3E}">
        <p14:creationId xmlns:p14="http://schemas.microsoft.com/office/powerpoint/2010/main" val="3918163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1BD03-4FB8-732D-7EB9-C23D6F4B8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62161-F264-3B3F-96AE-6961A8AF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nuscences</a:t>
            </a:r>
            <a:r>
              <a:rPr lang="zh-CN" altLang="en-US" dirty="0"/>
              <a:t>数据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D3BBCA-6900-AEA1-4311-E872D2A5C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96446"/>
            <a:ext cx="8640665" cy="546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6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D880C-C3B8-504E-3491-26FCE3D2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场景图结构化文本表示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0B8302-B23E-E544-1B65-F4D09819F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2D012D-5286-C75B-9020-69E515A74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876" y="0"/>
            <a:ext cx="4625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57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F50CA-77A1-D05A-8946-D3DD41D8F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实体属性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CEBE78-1FFF-FA5F-995E-B59282BEE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手机屏幕的截图&#10;&#10;AI 生成的内容可能不正确。">
            <a:extLst>
              <a:ext uri="{FF2B5EF4-FFF2-40B4-BE49-F238E27FC236}">
                <a16:creationId xmlns:a16="http://schemas.microsoft.com/office/drawing/2014/main" id="{5FF46A62-DC4F-B34B-873F-D76193FED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25602"/>
            <a:ext cx="4267796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95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55FCB-4D6A-EF65-7FD0-5CD26F68D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D1ABA-134E-5766-F9C0-F7EB7DD76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16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DED1-0929-8903-8743-AA79F58D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031ED-B1B9-E507-AE15-4DB51AFC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示例场景：</a:t>
            </a:r>
            <a:r>
              <a:rPr lang="en-US" altLang="zh-CN" dirty="0"/>
              <a:t>scene-0061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A07078-95C1-8655-22EF-B3AFEE157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场景基本信息</a:t>
            </a:r>
            <a:endParaRPr lang="en-US" altLang="zh-CN" dirty="0"/>
          </a:p>
          <a:p>
            <a:r>
              <a:rPr lang="zh-CN" altLang="en-US" dirty="0"/>
              <a:t>场景名称</a:t>
            </a:r>
            <a:r>
              <a:rPr lang="en-US" altLang="zh-CN" dirty="0"/>
              <a:t>: scene-0061</a:t>
            </a:r>
          </a:p>
          <a:p>
            <a:r>
              <a:rPr lang="zh-CN" altLang="en-US" dirty="0"/>
              <a:t>场景描述</a:t>
            </a:r>
            <a:r>
              <a:rPr lang="en-US" altLang="zh-CN" dirty="0"/>
              <a:t>: Parked truck, construction, intersection, turn left</a:t>
            </a:r>
          </a:p>
          <a:p>
            <a:r>
              <a:rPr lang="zh-CN" altLang="en-US" dirty="0"/>
              <a:t>时间戳</a:t>
            </a:r>
            <a:r>
              <a:rPr lang="en-US" altLang="zh-CN" dirty="0"/>
              <a:t>: 2018-07-24 03:28:47</a:t>
            </a:r>
          </a:p>
          <a:p>
            <a:r>
              <a:rPr lang="zh-CN" altLang="en-US" dirty="0"/>
              <a:t>对象数量</a:t>
            </a:r>
            <a:r>
              <a:rPr lang="en-US" altLang="zh-CN" dirty="0"/>
              <a:t>: 43</a:t>
            </a:r>
            <a:r>
              <a:rPr lang="zh-CN" altLang="en-US" dirty="0"/>
              <a:t>个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Ego</a:t>
            </a:r>
            <a:r>
              <a:rPr lang="zh-CN" altLang="en-US" dirty="0"/>
              <a:t>车位姿</a:t>
            </a:r>
            <a:endParaRPr lang="en-US" altLang="zh-CN" dirty="0"/>
          </a:p>
          <a:p>
            <a:r>
              <a:rPr lang="zh-CN" altLang="en-US" dirty="0"/>
              <a:t>全局位置</a:t>
            </a:r>
            <a:r>
              <a:rPr lang="en-US" altLang="zh-CN" dirty="0"/>
              <a:t>: (411.30, 1180.89, 0.0)</a:t>
            </a:r>
          </a:p>
          <a:p>
            <a:r>
              <a:rPr lang="zh-CN" altLang="en-US" dirty="0"/>
              <a:t>朝向</a:t>
            </a:r>
            <a:r>
              <a:rPr lang="en-US" altLang="zh-CN" dirty="0"/>
              <a:t>: [0.572, -0.002, 0.012, -0.820]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4969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6D59F-F198-3949-E291-60F898A8C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对象示例</a:t>
            </a:r>
            <a:r>
              <a:rPr lang="en-US" altLang="zh-CN" dirty="0"/>
              <a:t>1</a:t>
            </a:r>
            <a:r>
              <a:rPr lang="zh-CN" altLang="en-US" dirty="0"/>
              <a:t>：行人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EE060E-16DF-314E-B254-9B7F2D78D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5850"/>
            <a:ext cx="5401429" cy="52680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AD9280-ACDA-83AD-A3B7-3985AEE8F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401" y="1485850"/>
            <a:ext cx="4820323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14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F62EFE-9C4C-ACD1-35DF-7A278F8DD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对象示例</a:t>
            </a:r>
            <a:r>
              <a:rPr lang="en-US" altLang="zh-CN" dirty="0"/>
              <a:t>2</a:t>
            </a:r>
            <a:r>
              <a:rPr lang="zh-CN" altLang="en-US" dirty="0"/>
              <a:t>：移动的行人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C792CE-93B0-FCE0-F42F-175B17EE9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4256"/>
            <a:ext cx="4481297" cy="539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4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6A292-DA8F-5064-3993-C084AD68B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对象示例</a:t>
            </a:r>
            <a:r>
              <a:rPr lang="en-US" altLang="zh-CN" dirty="0"/>
              <a:t>3</a:t>
            </a:r>
            <a:r>
              <a:rPr lang="zh-CN" altLang="en-US" dirty="0"/>
              <a:t>：自行车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FA1A9B-2D96-12C4-C458-D7A43A254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97335"/>
            <a:ext cx="4934639" cy="50108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05062E6-F941-E9C6-C7FA-1F7B538AC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308" y="1797335"/>
            <a:ext cx="4610743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77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E402C-1B52-5173-5237-F330C57D2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对象示例</a:t>
            </a:r>
            <a:r>
              <a:rPr lang="en-US" altLang="zh-CN" dirty="0"/>
              <a:t>4</a:t>
            </a:r>
            <a:r>
              <a:rPr lang="zh-CN" altLang="en-US" dirty="0"/>
              <a:t>：车辆（</a:t>
            </a:r>
            <a:r>
              <a:rPr lang="en-US" altLang="zh-CN" dirty="0"/>
              <a:t>Car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7A68B7-ED02-ADB1-8E86-24F2F9F0F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2361"/>
            <a:ext cx="5106113" cy="51156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219232-750E-D0E7-6C2D-B3483E3A4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480" y="1694167"/>
            <a:ext cx="5053377" cy="516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595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A17B4-900C-81D9-BB0C-4607A83F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对象示例</a:t>
            </a:r>
            <a:r>
              <a:rPr lang="en-US" altLang="zh-CN" dirty="0"/>
              <a:t>5</a:t>
            </a:r>
            <a:r>
              <a:rPr lang="zh-CN" altLang="en-US" dirty="0"/>
              <a:t>：卡车（</a:t>
            </a:r>
            <a:r>
              <a:rPr lang="en-US" altLang="zh-CN" dirty="0"/>
              <a:t>Truck</a:t>
            </a:r>
            <a:r>
              <a:rPr lang="zh-CN" altLang="en-US" dirty="0"/>
              <a:t>）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3214BE5-F989-6441-F30A-491F7465D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944" y="1751118"/>
            <a:ext cx="4627871" cy="43513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04EA9B-88BD-0F28-F7B3-F6F694CC0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05" y="1751117"/>
            <a:ext cx="4978961" cy="435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484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BF2A7-CD7E-32E0-0B0F-49A86DD5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对象示例</a:t>
            </a:r>
            <a:r>
              <a:rPr lang="en-US" altLang="zh-CN" dirty="0"/>
              <a:t>6</a:t>
            </a:r>
            <a:r>
              <a:rPr lang="zh-CN" altLang="en-US" dirty="0"/>
              <a:t>：公交车（</a:t>
            </a:r>
            <a:r>
              <a:rPr lang="en-US" altLang="zh-CN" dirty="0"/>
              <a:t>Bus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D646C8-6D38-727D-A064-2276E04EF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42698"/>
            <a:ext cx="4855709" cy="40315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D052DB-B739-BCAB-8015-A307BF33A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610" y="2142698"/>
            <a:ext cx="4223883" cy="403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78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0C464-2B4A-C96B-4462-31C37112E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对象示例</a:t>
            </a:r>
            <a:r>
              <a:rPr lang="en-US" altLang="zh-CN" dirty="0"/>
              <a:t>7</a:t>
            </a:r>
            <a:r>
              <a:rPr lang="zh-CN" altLang="en-US" dirty="0"/>
              <a:t>：摩托车（</a:t>
            </a:r>
            <a:r>
              <a:rPr lang="en-US" altLang="zh-CN" dirty="0"/>
              <a:t>Motorcycle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B57AC9-4541-D891-0460-5186D523F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9999"/>
            <a:ext cx="5353797" cy="50584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608A8B2-F647-F7D4-ABC0-F9A3EB0F3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414" y="1549999"/>
            <a:ext cx="5334744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16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6C6C9-E337-BABB-020F-91A5E195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node4j</a:t>
            </a:r>
            <a:r>
              <a:rPr lang="zh-CN" altLang="en-US" dirty="0"/>
              <a:t>语言描述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346005-44A7-F786-2D47-AC1BC762F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E8BB83-0BB6-ADE9-9487-C3C8B5440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315" y="0"/>
            <a:ext cx="6065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6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5C595-36FE-45FF-F3E3-E8002CD4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2FC88-5648-7896-D566-CB85010FF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node4j</a:t>
            </a:r>
            <a:r>
              <a:rPr lang="zh-CN" altLang="en-US" dirty="0"/>
              <a:t>语言描述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9C86C11-625A-4ACF-6745-EED4D6278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5290"/>
            <a:ext cx="6439799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29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0AA67-8074-B172-55CC-1E774B2B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D6E2AC-31A7-30EE-2B53-EF411ADE3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00AEBA-2C01-1569-20FB-7B15E0144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355"/>
            <a:ext cx="12192000" cy="620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8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4B616-B036-4837-6E5F-E163A98C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448AF9-5021-1E21-3F8F-00E6106D6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3FF561-2345-F06B-B31F-2814B66C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9072"/>
            <a:ext cx="12192000" cy="425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565D4-BBC2-31B2-3AD7-9093526F7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0811B9-AA66-2AF2-D002-F59BB49BD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8615F1-10AF-08C6-52B1-88FE92099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074"/>
            <a:ext cx="12192000" cy="509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78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5BEAD-B7FB-3438-477A-642D8C6A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EF6587-385E-4E2C-0A3F-12F4765B4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D71D9F-37CA-6B9F-C518-E5DF62CF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8677"/>
            <a:ext cx="12192000" cy="462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859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F578D-279D-BB01-6B57-9DA6657F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C55D71-F84C-C00D-920F-E920C7D08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070A0CB-13D3-426F-0E09-41BFD6856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491"/>
            <a:ext cx="12192000" cy="512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71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2CF47-522E-0BE7-4BFB-EB82CE2C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374A6-4DE7-EF7B-A655-14F9CE57B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16377B-52FC-4DE3-C808-B8C53B70F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580"/>
            <a:ext cx="12192000" cy="528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88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23DEB-DBD8-BC98-8FC7-BA1AB26F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E8368-7B13-BA41-059B-6CB5E7432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FBF0FF-576C-F479-5EA1-F2A92B403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390"/>
            <a:ext cx="12192000" cy="542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74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3C573-9077-15C1-914D-B16E0F31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9013C2-5B11-6EA9-A8F0-7DF40EB9E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62A036-D8AC-3D7A-A306-886B7264E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671"/>
            <a:ext cx="12192000" cy="541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808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F4647-921B-0F4A-A48D-3270490D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01C03D-FE91-380D-8913-46C9C942F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C5FB65-CA83-758A-94B9-12C6861A8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374"/>
            <a:ext cx="12192000" cy="464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25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6DFC5B-49BF-227F-6CCD-D1E9FE13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E4DFBD-8354-C309-1C84-9CADB3ECA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ECF22A-B480-5A47-1E3F-B4E2F5F0F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5455"/>
            <a:ext cx="12192000" cy="464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33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A0044-0A25-0B9C-01BC-97E916FE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1EEA58-E8E8-5C06-6985-C6E1E596A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2C88A7-4144-C556-7A99-C30FEC428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79" y="0"/>
            <a:ext cx="9528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95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1B1AE-B3F6-56FA-1143-528B29E3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场景覆盖率分析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05244-0E3E-0224-5D08-9569733FE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zh-CN" altLang="en-US" dirty="0"/>
              <a:t>覆盖空间定义：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距离等级：</a:t>
            </a:r>
            <a:r>
              <a:rPr lang="en-US" altLang="zh-CN" dirty="0"/>
              <a:t>3</a:t>
            </a:r>
            <a:r>
              <a:rPr lang="zh-CN" altLang="en-US" dirty="0"/>
              <a:t>种（</a:t>
            </a:r>
            <a:r>
              <a:rPr lang="en-US" altLang="zh-CN" dirty="0"/>
              <a:t>near, mid, far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方向扇区：</a:t>
            </a:r>
            <a:r>
              <a:rPr lang="en-US" altLang="zh-CN" dirty="0"/>
              <a:t>4</a:t>
            </a:r>
            <a:r>
              <a:rPr lang="zh-CN" altLang="en-US" dirty="0"/>
              <a:t>种（</a:t>
            </a:r>
            <a:r>
              <a:rPr lang="en-US" altLang="zh-CN" dirty="0"/>
              <a:t>front, rear, left, right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运动状态：</a:t>
            </a:r>
            <a:r>
              <a:rPr lang="en-US" altLang="zh-CN" dirty="0"/>
              <a:t>2</a:t>
            </a:r>
            <a:r>
              <a:rPr lang="zh-CN" altLang="en-US" dirty="0"/>
              <a:t>种（</a:t>
            </a:r>
            <a:r>
              <a:rPr lang="en-US" altLang="zh-CN" dirty="0"/>
              <a:t>moving, stopped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对象类型：</a:t>
            </a:r>
            <a:r>
              <a:rPr lang="en-US" altLang="zh-CN" dirty="0"/>
              <a:t>6</a:t>
            </a:r>
            <a:r>
              <a:rPr lang="zh-CN" altLang="en-US" dirty="0"/>
              <a:t>种（</a:t>
            </a:r>
            <a:r>
              <a:rPr lang="en-US" altLang="zh-CN" dirty="0"/>
              <a:t>Pedestrian, Car, Truck, Bus, Bicycle, Motorcycle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理论总组合：</a:t>
            </a:r>
            <a:r>
              <a:rPr lang="en-US" altLang="zh-CN" dirty="0"/>
              <a:t>3 × 4 × 2 × 6 = 144</a:t>
            </a:r>
            <a:r>
              <a:rPr lang="zh-CN" altLang="en-US" dirty="0"/>
              <a:t>种</a:t>
            </a:r>
          </a:p>
          <a:p>
            <a:endParaRPr lang="zh-CN" altLang="en-US" dirty="0"/>
          </a:p>
          <a:p>
            <a:r>
              <a:rPr lang="zh-CN" altLang="en-US" dirty="0"/>
              <a:t>覆盖率计算：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实际覆盖：</a:t>
            </a:r>
            <a:r>
              <a:rPr lang="en-US" altLang="zh-CN" dirty="0"/>
              <a:t>60</a:t>
            </a:r>
            <a:r>
              <a:rPr lang="zh-CN" altLang="en-US" dirty="0"/>
              <a:t>种配置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理论总数：</a:t>
            </a:r>
            <a:r>
              <a:rPr lang="en-US" altLang="zh-CN" dirty="0"/>
              <a:t>144</a:t>
            </a:r>
            <a:r>
              <a:rPr lang="zh-CN" altLang="en-US" dirty="0"/>
              <a:t>种配置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覆盖率：</a:t>
            </a:r>
            <a:r>
              <a:rPr lang="en-US" altLang="zh-CN" dirty="0"/>
              <a:t>41.67%</a:t>
            </a:r>
          </a:p>
          <a:p>
            <a:r>
              <a:rPr lang="en-US" altLang="zh-CN" dirty="0"/>
              <a:t>- </a:t>
            </a:r>
            <a:r>
              <a:rPr lang="zh-CN" altLang="en-US" dirty="0"/>
              <a:t>未覆盖：</a:t>
            </a:r>
            <a:r>
              <a:rPr lang="en-US" altLang="zh-CN" dirty="0"/>
              <a:t>84</a:t>
            </a:r>
            <a:r>
              <a:rPr lang="zh-CN" altLang="en-US" dirty="0"/>
              <a:t>种配置（</a:t>
            </a:r>
            <a:r>
              <a:rPr lang="en-US" altLang="zh-CN" dirty="0"/>
              <a:t>58.33%</a:t>
            </a:r>
            <a:r>
              <a:rPr lang="zh-CN" altLang="en-US" dirty="0"/>
              <a:t>）</a:t>
            </a:r>
          </a:p>
          <a:p>
            <a:endParaRPr lang="zh-CN" altLang="en-US" dirty="0"/>
          </a:p>
          <a:p>
            <a:r>
              <a:rPr lang="zh-CN" altLang="en-US" dirty="0"/>
              <a:t>关键发现：</a:t>
            </a:r>
          </a:p>
          <a:p>
            <a:r>
              <a:rPr lang="zh-CN" altLang="en-US" dirty="0"/>
              <a:t>⚠️ 超过一半的场景配置缺失</a:t>
            </a:r>
          </a:p>
          <a:p>
            <a:r>
              <a:rPr lang="zh-CN" altLang="en-US" dirty="0"/>
              <a:t>⚠️ 存在大量覆盖盲区</a:t>
            </a:r>
          </a:p>
          <a:p>
            <a:r>
              <a:rPr lang="zh-CN" altLang="en-US" dirty="0"/>
              <a:t>⚠️ 需要针对性数据增强</a:t>
            </a:r>
          </a:p>
        </p:txBody>
      </p:sp>
    </p:spTree>
    <p:extLst>
      <p:ext uri="{BB962C8B-B14F-4D97-AF65-F5344CB8AC3E}">
        <p14:creationId xmlns:p14="http://schemas.microsoft.com/office/powerpoint/2010/main" val="1899759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4E9CC-FA42-9B6E-201B-AD4AFA55C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529C0E-43AF-82C5-B393-5ACE683A0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276867-44F3-651E-EBEA-AB3E2E320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731" y="0"/>
            <a:ext cx="9862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8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281</Words>
  <Application>Microsoft Office PowerPoint</Application>
  <PresentationFormat>宽屏</PresentationFormat>
  <Paragraphs>44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3" baseType="lpstr">
      <vt:lpstr>等线</vt:lpstr>
      <vt:lpstr>等线 Light</vt:lpstr>
      <vt:lpstr>Arial</vt:lpstr>
      <vt:lpstr>Office 主题​​</vt:lpstr>
      <vt:lpstr>场景图与数据库结合</vt:lpstr>
      <vt:lpstr>nuscences数据</vt:lpstr>
      <vt:lpstr>nuscences数据</vt:lpstr>
      <vt:lpstr>场景图结构化文本表示</vt:lpstr>
      <vt:lpstr>实体属性</vt:lpstr>
      <vt:lpstr>PowerPoint 演示文稿</vt:lpstr>
      <vt:lpstr>示例场景：scene-0061</vt:lpstr>
      <vt:lpstr>对象示例1：行人</vt:lpstr>
      <vt:lpstr>对象示例2：移动的行人</vt:lpstr>
      <vt:lpstr>对象示例3：自行车</vt:lpstr>
      <vt:lpstr>对象示例4：车辆（Car）</vt:lpstr>
      <vt:lpstr>对象示例5：卡车（Truck）</vt:lpstr>
      <vt:lpstr>对象示例6：公交车（Bus）</vt:lpstr>
      <vt:lpstr>对象示例7：摩托车（Motorcycle）</vt:lpstr>
      <vt:lpstr>node4j语言描述</vt:lpstr>
      <vt:lpstr>node4j语言描述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场景覆盖率分析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13</cp:revision>
  <dcterms:created xsi:type="dcterms:W3CDTF">2025-12-02T13:00:18Z</dcterms:created>
  <dcterms:modified xsi:type="dcterms:W3CDTF">2026-02-12T12:58:25Z</dcterms:modified>
</cp:coreProperties>
</file>