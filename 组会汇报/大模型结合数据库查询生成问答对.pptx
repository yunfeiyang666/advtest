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3" r:id="rId3"/>
    <p:sldId id="262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60" r:id="rId21"/>
    <p:sldId id="258" r:id="rId22"/>
    <p:sldId id="259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A08449-E9D3-1336-BFDF-AF98EC55C2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998B62-E809-8880-FD7A-04896914C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D73962-C9DC-7AE8-6532-36363443C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436B2-AA78-4ACA-946F-7B68E01E5E92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A72B67-AF2A-F382-2E83-0888811C6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AFBADA-E530-3522-DBF9-B30E33995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AC655-0DD9-4571-9A42-7D4B4FB95A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418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1BE989-8A74-29FC-B445-1C85735B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3679B7-1FDB-76FE-14F9-5C5560295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966969-C96D-E50E-F6C3-37A0CBA18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436B2-AA78-4ACA-946F-7B68E01E5E92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DF3C32-C1C4-C164-C6C9-909DF42AA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AEF921-9815-2C3F-2FBA-95A41C54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AC655-0DD9-4571-9A42-7D4B4FB95A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48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71DEB-113D-7DC4-3FF2-DFF2AABA2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01400D-A410-3749-BE95-D33CF5389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D246CD-22D1-4C35-C781-969812E89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436B2-AA78-4ACA-946F-7B68E01E5E92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9A4E85-FFCE-E004-9D6F-B635B1733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A682F3-89EA-5F67-6151-757C746DE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AC655-0DD9-4571-9A42-7D4B4FB95A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192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95F2D3-3AE3-2610-0AB6-719413D8E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AD4E5-9B9C-99C7-59BC-7B58B3BD47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A151F4-492C-EEA4-1872-03D6ED3DB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7684D0-A256-0EED-8BC6-0EFD3FD1F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436B2-AA78-4ACA-946F-7B68E01E5E92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9F2030-C177-40E4-7EB1-4426B1468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E82BBE-D463-AC5B-4525-6C8CAE12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AC655-0DD9-4571-9A42-7D4B4FB95A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624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FBFB3C-FADD-BF77-9834-117E0BD18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9D4530-ABAD-BF60-188C-D814ED238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65CBCD-8ED6-48E0-8E85-5F8495113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69D9777-4368-F5B4-E197-818664BB1D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68569F6-7574-7222-B6FB-6407B5B878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DA94D92-0308-D91C-CA6B-232A538EF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436B2-AA78-4ACA-946F-7B68E01E5E92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3C02FC5-8C0C-7CDA-58AA-B27782818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2EC6E3-FD1F-E13A-DCA6-558078498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AC655-0DD9-4571-9A42-7D4B4FB95A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124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152E25-3E17-FA0D-F1F2-026B20E4C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E66D24-B781-ABF1-AFBD-80221A00B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436B2-AA78-4ACA-946F-7B68E01E5E92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516313-5FE3-F5C1-F3A1-D095A4D8F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9AF596-4F50-C3E5-06DA-2864C193B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AC655-0DD9-4571-9A42-7D4B4FB95A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083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FFD69D-18E9-2783-CBE0-8197B560B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436B2-AA78-4ACA-946F-7B68E01E5E92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C0F237C-F31A-6F71-2ED5-FB59B7834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67BB5F-B880-A501-A02B-81A57AA7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AC655-0DD9-4571-9A42-7D4B4FB95A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389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509846-0E37-1A42-B7DA-C9E4FD4B2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89B50A-466B-03A5-40B0-C4407D1DE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E52670-DE91-938F-82E5-DD22B0C96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38D8AE-5D12-C6B0-9568-8CB83396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436B2-AA78-4ACA-946F-7B68E01E5E92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106296-BD54-1654-B9DE-16789965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98510E-3FF4-22D1-1660-EC2E945C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AC655-0DD9-4571-9A42-7D4B4FB95A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724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C6AE52-BECF-3653-D8F5-85BFC90F6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E7B0014-58BC-6DBA-1A3E-D8219AC015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9345CF-5318-D009-D62D-513E637F2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84375B-4390-52FF-5615-321032361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436B2-AA78-4ACA-946F-7B68E01E5E92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368F26-6EAC-1DE9-32EA-41730E4D3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567764-2093-92F0-E433-82F3D34F9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AC655-0DD9-4571-9A42-7D4B4FB95A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321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5128A3-F9BA-4BB5-A138-C5426920F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853872-2F27-C069-A18D-23B1CC0049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545E62-99FB-42BE-0413-F9850F2AE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436B2-AA78-4ACA-946F-7B68E01E5E92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D8CD9E-5B9F-6F51-62F4-17739128E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C62770-E9E6-6F5B-9CDA-3AEDD50C6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AC655-0DD9-4571-9A42-7D4B4FB95A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374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5A818AB-778D-A751-3A20-976D4C22BD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3C37F3-F98F-77FA-EA62-E1A298CDDB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F1452C-DA8A-0ECD-1BBB-8BEC3E8B6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436B2-AA78-4ACA-946F-7B68E01E5E92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A5BA7B-8004-196D-848E-3E955AF15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B0F679-DE4A-FEDC-EE28-714F90CB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AC655-0DD9-4571-9A42-7D4B4FB95A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200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66E1334-B2C6-F93A-810C-B6684B13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03C4CC-B694-4441-EF47-A6A1942DA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1C6E99-3402-BC5C-027C-50F4431651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436B2-AA78-4ACA-946F-7B68E01E5E92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CD8713-5EE7-E58D-C952-83C153697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50C613-EEAC-C13E-917B-4B5DED3E5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AC655-0DD9-4571-9A42-7D4B4FB95A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573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4F1023-484C-832E-D5CB-146D22267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数据准备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EF5240-C5DF-FA7D-FF3D-9DE7D35AC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形用户界面, 文本&#10;&#10;AI 生成的内容可能不正确。">
            <a:extLst>
              <a:ext uri="{FF2B5EF4-FFF2-40B4-BE49-F238E27FC236}">
                <a16:creationId xmlns:a16="http://schemas.microsoft.com/office/drawing/2014/main" id="{FBABE8F6-5AA9-D6AB-F6E2-4DAD2F93A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4" y="0"/>
            <a:ext cx="91312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997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0C81A0-FA0C-4F11-1C09-BCDD77318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2E6570-226A-CC3E-9773-6C39EC2C5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560DDE2E-F552-1FB7-8D98-9BFCE5E3D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6924"/>
            <a:ext cx="12192000" cy="578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17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26333E-8873-4F64-F9BD-01AFC5836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7B0961-8014-60D3-97E6-F6AD1AE90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片包含 文本&#10;&#10;AI 生成的内容可能不正确。">
            <a:extLst>
              <a:ext uri="{FF2B5EF4-FFF2-40B4-BE49-F238E27FC236}">
                <a16:creationId xmlns:a16="http://schemas.microsoft.com/office/drawing/2014/main" id="{B367820C-0E03-4A1C-5E17-9452F9638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88" y="0"/>
            <a:ext cx="97795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39ECF9-7F4F-8379-2F42-279CE5F6F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E52542-4D5D-F0C1-5791-7AD851F2F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11B38C3D-33DD-80C3-5E6E-F745A35E6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7806"/>
            <a:ext cx="12192000" cy="456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107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9F6BC5-E2AB-6018-78D5-3FF3C22CD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VQA</a:t>
            </a:r>
            <a:r>
              <a:rPr lang="zh-CN" altLang="en-US" dirty="0"/>
              <a:t>查询流程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C1F7F3-AFEC-F864-3A42-32A5BDCC2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62A6AE47-81E6-3392-42BE-003D30EEE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605" y="0"/>
            <a:ext cx="76843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231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4547A2-7DFD-69C5-1F94-FE8CB5292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3914CB-26EE-ADF7-FDB4-186E0FF6F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16FF7680-472B-FDBC-992D-A6E76603D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0983"/>
            <a:ext cx="12192000" cy="529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81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82F1E7-5E76-DF0C-0912-FB05EC58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477805-0A18-474A-C8D8-D878B1B6E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75E33CB3-83BF-6B37-8DF6-4F758CC93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43"/>
            <a:ext cx="12192000" cy="682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443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F5CA9F-741B-D146-2270-B72F5980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5122CB-045A-DF38-73EC-4B702694C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916D532B-4DD9-C97A-FADC-891BEDFAD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629" y="0"/>
            <a:ext cx="98247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286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E625A-914D-AC50-57B6-AF23440A1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2D1412-1D4B-B484-524D-0246668FB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06A3A5C2-7684-2BB4-E8D8-28F3AD55D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402" y="0"/>
            <a:ext cx="85351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566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973CFC-891E-AE65-2F13-DA531C6A6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16BA6A-2D76-8B46-C750-F3C346297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D604861-A558-87C7-F2BC-9332597A1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6277851" cy="4372585"/>
          </a:xfrm>
          <a:prstGeom prst="rect">
            <a:avLst/>
          </a:prstGeom>
        </p:spPr>
      </p:pic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93EB9C3D-67ED-5E65-CE78-55D117132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765" y="-46383"/>
            <a:ext cx="54777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292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046889-DD90-7C36-CB3F-146B6F90C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64F4C3-0452-81CE-E962-2F399DEC8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 descr="表格&#10;&#10;AI 生成的内容可能不正确。">
            <a:extLst>
              <a:ext uri="{FF2B5EF4-FFF2-40B4-BE49-F238E27FC236}">
                <a16:creationId xmlns:a16="http://schemas.microsoft.com/office/drawing/2014/main" id="{70247A14-1546-D07C-6301-88CD5AB36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38" y="0"/>
            <a:ext cx="85964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768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3026D-A2F2-F661-41EF-67B5E9911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7C2578-7846-F276-AD09-002D89AAF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C4602060-442B-9B00-714C-0197B3842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084"/>
            <a:ext cx="12192000" cy="628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447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58AE35-43F0-0AFE-90D6-00A5EFB3D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C47FCC-F8DE-FF99-4FC7-F797DC2F7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F7300263-9B60-B446-65D0-FF0BD8EB1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867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1DF419-0107-9E57-FDC1-A93F3F5FA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F7F999-ED47-0419-9F45-B66E468CE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A6AD34D4-659E-DC67-4170-FF789A208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13" y="0"/>
            <a:ext cx="116897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535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456DF5-908B-578F-75F7-6B0184303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D9276A-8248-0DA3-3CCD-378880AC6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形用户界面, 文本&#10;&#10;AI 生成的内容可能不正确。">
            <a:extLst>
              <a:ext uri="{FF2B5EF4-FFF2-40B4-BE49-F238E27FC236}">
                <a16:creationId xmlns:a16="http://schemas.microsoft.com/office/drawing/2014/main" id="{69F2961F-4C4E-293A-C528-9935567A7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892" y="0"/>
            <a:ext cx="78802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615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841EF4-91F9-9351-2A19-FF924327A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4CBB74-C00D-1825-9149-C0DB0BAA0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2A3A66-EE2B-F202-4FCB-DD5E3B1C5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440" y="0"/>
            <a:ext cx="56431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65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EDDB68-91CE-BC56-26B3-95C7794C9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AA054E-476A-9304-3255-613B0EA8D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56CBE540-6255-67B5-E335-8411739DF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495" y="0"/>
            <a:ext cx="64410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134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234A89-3543-B3FC-DBC5-1D6A21B17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AC67E9-3ACC-39D7-0D46-46733F25B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3EF151F6-D194-EA6D-C4CA-7717E0917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092" y="0"/>
            <a:ext cx="7751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300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349D7E-C3A3-D88F-6146-80BAA1FCB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改进方向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59C1B6-060E-A647-10D9-75536A589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Schema</a:t>
            </a:r>
            <a:r>
              <a:rPr lang="zh-CN" altLang="en-US" dirty="0"/>
              <a:t>类型映射</a:t>
            </a:r>
            <a:endParaRPr lang="en-US" altLang="zh-CN" dirty="0"/>
          </a:p>
          <a:p>
            <a:r>
              <a:rPr lang="zh-CN" altLang="en-US" dirty="0"/>
              <a:t>答案格式统一</a:t>
            </a:r>
          </a:p>
        </p:txBody>
      </p:sp>
    </p:spTree>
    <p:extLst>
      <p:ext uri="{BB962C8B-B14F-4D97-AF65-F5344CB8AC3E}">
        <p14:creationId xmlns:p14="http://schemas.microsoft.com/office/powerpoint/2010/main" val="2710424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843360-AB86-FD18-BB88-C73BB848B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官方</a:t>
            </a:r>
            <a:r>
              <a:rPr lang="en-US" altLang="zh-CN" dirty="0" err="1"/>
              <a:t>qa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9B9A86-EDA6-87D8-4E3D-85F7400F7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3C4EF701-88D1-6479-FB86-0884BC6CE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154" y="2581156"/>
            <a:ext cx="5677692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921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7838F7-5573-ABE3-C81C-5407E7D4B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 descr="文本&#10;&#10;AI 生成的内容可能不正确。">
            <a:extLst>
              <a:ext uri="{FF2B5EF4-FFF2-40B4-BE49-F238E27FC236}">
                <a16:creationId xmlns:a16="http://schemas.microsoft.com/office/drawing/2014/main" id="{BAA0EB4C-13FC-CC70-2B80-8A0DAE31C1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69166"/>
            <a:ext cx="6251382" cy="4784221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B8474A1E-4094-E1E5-1D90-AF81D72D0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266" y="1566900"/>
            <a:ext cx="5479627" cy="478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627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B77C71-2084-8A99-6A23-47D691012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1BF5F0-D049-8B9F-8024-93B975D2B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525876AD-6E47-F1C9-014D-1DB56AC49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97" y="0"/>
            <a:ext cx="5295876" cy="6858000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8BAA6B52-2138-0564-5D39-B6B6285F3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480" y="0"/>
            <a:ext cx="60455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315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15</Words>
  <Application>Microsoft Office PowerPoint</Application>
  <PresentationFormat>宽屏</PresentationFormat>
  <Paragraphs>6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等线</vt:lpstr>
      <vt:lpstr>等线 Light</vt:lpstr>
      <vt:lpstr>Arial</vt:lpstr>
      <vt:lpstr>Office 主题​​</vt:lpstr>
      <vt:lpstr>数据准备</vt:lpstr>
      <vt:lpstr>PowerPoint 演示文稿</vt:lpstr>
      <vt:lpstr>PowerPoint 演示文稿</vt:lpstr>
      <vt:lpstr>PowerPoint 演示文稿</vt:lpstr>
      <vt:lpstr>VQA查询流程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改进方向</vt:lpstr>
      <vt:lpstr>官方qa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yunyang wan</dc:creator>
  <cp:lastModifiedBy>yunyang wan</cp:lastModifiedBy>
  <cp:revision>4</cp:revision>
  <dcterms:created xsi:type="dcterms:W3CDTF">2025-12-18T13:16:55Z</dcterms:created>
  <dcterms:modified xsi:type="dcterms:W3CDTF">2025-12-25T11:00:32Z</dcterms:modified>
</cp:coreProperties>
</file>