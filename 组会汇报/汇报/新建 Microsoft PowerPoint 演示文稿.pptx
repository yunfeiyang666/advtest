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06924-26A1-882F-9ED0-16EDC322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23E5A1-0C5F-65CE-002B-3F7F42565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C8C42-E15A-719D-3E61-44FD7235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A1204-CD9B-C157-99F2-0AC6D8AF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2A0DF-6865-D780-9FCD-43E27A26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17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3C66D-1C3F-D170-7BEA-423446FB3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B3C7C1-1A7E-9EFF-91AA-3429C51E5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F35C7-A84C-BB6B-47F3-6425EA53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54F10-AA2B-3874-62BF-D740D324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90484-AC3F-C348-C235-BD0893B3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3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242FB-4D42-547F-DB88-76C18346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A2170A-A019-3788-81E2-8671F9AAC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C2E48-12BF-A156-79E6-7708F2F9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BF10EB-8359-4E7B-6248-ACD6F83F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A25A4-73C4-6593-AB81-B51088B7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41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3ACB2-6397-252A-993A-2458B53D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4B1F9-0B62-0AAC-4004-3A6602081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940126-7BCE-187B-A4CD-111B2C9C3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14D02B-1F3D-77FB-7C19-6B8ABCC6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755F52-097A-E09D-32D8-F08D9A47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F91825-0A04-0E42-CD8F-BFC09D61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07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B1CD5-AD00-9E44-3E75-DD32142D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4563B0-49F7-06D2-3AAE-1F15C8B52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3B5EF5-369A-1ECF-40FC-AE49FA797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974A5D-D4DD-E6C6-DADC-FAC4B78D7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EF34D7-6A63-60EA-2CC0-BFAFCE43A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6CD22E-EC10-4196-678E-D3A49BF4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2715A2-A253-0D9A-EDD0-CD25AA58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55C5AC-D858-C6BC-48B9-B36A2226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471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3B4C5-73F8-26C3-7E2E-AC605944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FCEADE-5B9D-DA33-A6A3-8DA8CFA1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0D9B3F-7CA8-F2C5-D646-AC6D90CE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A18CAA-F308-865F-8591-080D5ECE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93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3CDD91-051E-9C38-696C-20F82A1E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15EF00-C34C-243D-DCC1-420156FE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962A03-5EB2-2523-1A4F-96253B8E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57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05EBA-C137-FC1F-A86B-0FFB124B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46B89-E919-31D0-EE72-435EAAF0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93C8A-5954-5CFA-5C96-1D9A38001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0AEE06-8CDB-487A-B4E9-3BABE0C5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C26C01-9E90-9C72-7018-E7296D61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934DDB-1438-21A4-486D-681F53377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41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6CB31-7193-E2F5-6FA8-31170F23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AE739B-5CEE-543C-75F7-F55FE466C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C3A874-A51F-2919-3BE2-37AEFAFC3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729364-6CA4-8063-D352-673965E1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B4D736-3114-FEE3-10EF-6DBC6159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EC6802-F041-009F-18AD-22A19E7B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6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CDBA6-751E-B919-EC76-D3B620AC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6EF9A1-060B-54A1-F6F0-FBA626930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45DE7-7516-D32F-2AD6-196DD4FA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8AFDDF-2376-C316-6908-5F9985A4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2B338-6075-4D3B-B084-6346DAD6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18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E25AD7-3667-158B-45F0-DFFADDB36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5CADFC-FB5A-AFAE-F735-8C0857BF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E6F4D-E01C-4272-40B0-3C74B5E5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AF011-5DA4-2720-F0AE-8DB89221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F7DBB7-F5C1-AA9C-C2E7-E7E98B75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08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691B87-8C5B-6E1D-D36F-DF05FCC4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8F25FF-9CB0-FD2D-002D-931D4218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B4C23-A7E3-E1CD-0066-2ED64A130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9068-7468-43A8-8A64-65F7E61E7FA4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6BB17-0A30-CDA8-98ED-B5A44290D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A6F1EB-2861-DA54-9762-CFF04CFE0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3E200-03AC-4B23-B6F8-A6E72F8EE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5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26460-F79B-294C-F550-662D336F2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433D4B-799F-BF8D-68EC-FDA5E1DD7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213914-EC02-0F49-0DCF-9BF44B67A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066"/>
            <a:ext cx="12192000" cy="244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81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028A5-EB0C-5DEF-6EB9-C943E589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03204-4AAB-0E06-B94C-EDDE4208D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F58C8B-2B06-7ACA-0A3B-2EC4C7996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7395"/>
            <a:ext cx="12192000" cy="392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11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58F59-2F8B-3DF4-7932-D36EE44A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3736D5-7B1B-45D4-92B6-19EB380C7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0061EC-28C1-04C4-3A9A-46BF4D676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3958"/>
            <a:ext cx="12192000" cy="487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5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2DE2-1FE5-E341-67F5-4B7BC223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BD9CF-D60E-2F42-FA62-CBCADFBCB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N-Gram</a:t>
            </a:r>
            <a:r>
              <a:rPr lang="zh-CN" altLang="en-US" dirty="0"/>
              <a:t>提高了语言鲁棒性，但是无法无法创造语义多样性。</a:t>
            </a:r>
            <a:r>
              <a:rPr lang="en-US" altLang="zh-CN" dirty="0" err="1"/>
              <a:t>QATest</a:t>
            </a:r>
            <a:r>
              <a:rPr lang="zh-CN" altLang="en-US" dirty="0"/>
              <a:t>极大受限于种子集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S3C</a:t>
            </a:r>
            <a:r>
              <a:rPr lang="zh-CN" altLang="en-US" dirty="0"/>
              <a:t>可以解决多样性问题，通过合理的元素抽取和关系构建，进行排列组合，尽可能让问题覆盖更多情况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17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C42F-2DC7-C73F-9F3A-030064DD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B7A8D-EC0F-22E6-D102-2536E137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</a:t>
            </a:r>
            <a:r>
              <a:rPr lang="zh-CN" altLang="en-US" dirty="0"/>
              <a:t>数据集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42525FD-5DE7-F112-24C4-E5AC0304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ECC1B27-D9B9-F094-CAA8-C23DFEC2D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46" y="0"/>
            <a:ext cx="4891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9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085F-C108-AB32-3351-38E1A32C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594F3-EF66-5762-A9C1-91926857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</a:t>
            </a:r>
            <a:r>
              <a:rPr lang="zh-CN" altLang="en-US" dirty="0"/>
              <a:t>数据集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450C8C69-D541-63C7-11F8-6E72220C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7618D7B-7347-9FFF-25C6-68ADE341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43" y="0"/>
            <a:ext cx="7171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2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081F8-3CB0-ED5F-A57F-27706322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CDC80-2C0D-766D-EBAC-63317CCC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</a:t>
            </a:r>
            <a:r>
              <a:rPr lang="zh-CN" altLang="en-US" dirty="0"/>
              <a:t>数据集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CA488E1-FA83-1BA7-02BD-A139EFA7D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909" y="1581785"/>
            <a:ext cx="6369901" cy="4351338"/>
          </a:xfrm>
        </p:spPr>
      </p:pic>
    </p:spTree>
    <p:extLst>
      <p:ext uri="{BB962C8B-B14F-4D97-AF65-F5344CB8AC3E}">
        <p14:creationId xmlns:p14="http://schemas.microsoft.com/office/powerpoint/2010/main" val="427733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E767E-EAA7-A602-A1E1-A1D19F35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NuScenes_QA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44267-6215-D323-E030-4B5C872D8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A47D2E-A157-5008-BD8F-50D6B076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762" y="1570830"/>
            <a:ext cx="7908238" cy="528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9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2C06-7972-CFD7-36C6-E74A0CFC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0F6A2-4378-8047-A859-2E1DBBE8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NuScenes_QA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C1B4CF-EDCB-2096-6ED8-39CBF7F5F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" y="1825625"/>
            <a:ext cx="11178540" cy="4351338"/>
          </a:xfrm>
        </p:spPr>
        <p:txBody>
          <a:bodyPr/>
          <a:lstStyle/>
          <a:p>
            <a:r>
              <a:rPr lang="zh-CN" altLang="en-US" dirty="0"/>
              <a:t>核心考察感知</a:t>
            </a:r>
            <a:endParaRPr lang="en-US" altLang="zh-CN" dirty="0"/>
          </a:p>
          <a:p>
            <a:r>
              <a:rPr lang="zh-CN" altLang="en-US" dirty="0"/>
              <a:t>题型：计数、存在性、状态</a:t>
            </a:r>
            <a:endParaRPr lang="en-US" altLang="zh-CN" dirty="0"/>
          </a:p>
          <a:p>
            <a:r>
              <a:rPr lang="zh-CN" altLang="en-US" dirty="0"/>
              <a:t>标注方式：基于模板程序化生成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442565-BF94-9A76-5650-95984935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70830"/>
            <a:ext cx="6629400" cy="528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0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B86A3-471D-08E7-ADCC-FFCC75DB9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QA</a:t>
            </a:r>
            <a:r>
              <a:rPr lang="zh-CN" altLang="en-US" dirty="0"/>
              <a:t>考察类型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671171-B1E2-E397-5279-596122A05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B14CC5-250C-3C3D-D75B-19ED0AFA0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1838103"/>
            <a:ext cx="824027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53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33472-D98E-CAA4-98C6-4D5AAABA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MetaVQA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4CD5FC-BBAA-F015-5E60-17E40E82F4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7464"/>
            <a:ext cx="9821352" cy="546743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FC3BD2-941E-6283-2078-4BEABD565869}"/>
              </a:ext>
            </a:extLst>
          </p:cNvPr>
          <p:cNvSpPr txBox="1"/>
          <p:nvPr/>
        </p:nvSpPr>
        <p:spPr>
          <a:xfrm>
            <a:off x="7505700" y="815340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Qwen2-VL-2B-Instruct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10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B9EA1-A9B2-8DCF-F63D-90D62869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9940" cy="1325563"/>
          </a:xfrm>
        </p:spPr>
        <p:txBody>
          <a:bodyPr/>
          <a:lstStyle/>
          <a:p>
            <a:r>
              <a:rPr lang="en-US" altLang="zh-CN" dirty="0"/>
              <a:t>Qwen2-VL-2B</a:t>
            </a:r>
            <a:r>
              <a:rPr lang="zh-CN" altLang="en-US" dirty="0"/>
              <a:t>在</a:t>
            </a:r>
            <a:r>
              <a:rPr lang="en-US" altLang="zh-CN" dirty="0" err="1"/>
              <a:t>NuScenes</a:t>
            </a:r>
            <a:r>
              <a:rPr lang="en-US" altLang="zh-CN" dirty="0"/>
              <a:t>-QA</a:t>
            </a:r>
            <a:r>
              <a:rPr lang="zh-CN" altLang="en-US" dirty="0"/>
              <a:t>上的测试结果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35CC76-E6E6-FDF8-1648-3A258111D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0076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90</Words>
  <Application>Microsoft Office PowerPoint</Application>
  <PresentationFormat>宽屏</PresentationFormat>
  <Paragraphs>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NuScenes数据集</vt:lpstr>
      <vt:lpstr>NuScenes数据集</vt:lpstr>
      <vt:lpstr>NuScenes数据集</vt:lpstr>
      <vt:lpstr>NuScenes_QA</vt:lpstr>
      <vt:lpstr>NuScenes_QA</vt:lpstr>
      <vt:lpstr>QA考察类型</vt:lpstr>
      <vt:lpstr>MetaVQA</vt:lpstr>
      <vt:lpstr>Qwen2-VL-2B在NuScenes-QA上的测试结果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5</cp:revision>
  <dcterms:created xsi:type="dcterms:W3CDTF">2025-11-20T08:18:20Z</dcterms:created>
  <dcterms:modified xsi:type="dcterms:W3CDTF">2025-11-20T11:33:36Z</dcterms:modified>
</cp:coreProperties>
</file>